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86" r:id="rId23"/>
    <p:sldId id="287" r:id="rId24"/>
    <p:sldId id="276" r:id="rId25"/>
    <p:sldId id="281" r:id="rId26"/>
    <p:sldId id="282" r:id="rId27"/>
    <p:sldId id="283" r:id="rId28"/>
    <p:sldId id="284" r:id="rId29"/>
    <p:sldId id="285" r:id="rId30"/>
    <p:sldId id="288" r:id="rId31"/>
    <p:sldId id="289" r:id="rId32"/>
    <p:sldId id="278" r:id="rId33"/>
    <p:sldId id="279" r:id="rId34"/>
    <p:sldId id="280" r:id="rId35"/>
    <p:sldId id="290" r:id="rId36"/>
    <p:sldId id="291" r:id="rId37"/>
    <p:sldId id="292" r:id="rId38"/>
    <p:sldId id="296" r:id="rId39"/>
    <p:sldId id="297" r:id="rId41"/>
    <p:sldId id="294"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notesMaster" Target="notesMasters/notesMaster1.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1171.000 649.000,'0.004'0.000,"0.006"0.000,0.007 0.000,0.007 0.000,0.006 0.000,0.005 0.000,0.004 0.000,0.003 0.000,0.002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0.000,0.050 0.000,0.080 0.000,0.090 0.000,-0.020 0.000,0.024 0.000,0.016 0.000,0.009 0.000,0.073 0.000,-0.039 0.000,-0.050 0.000,-0.053 0.000,-0.050 0.000,-0.043 0.000,-0.036 0.000,-0.028 0.000,-0.021 0.000,-0.014 0.000,-0.010 0.000,-0.005 0.000,-0.003 0.000,-0.001 0.000,0.000 0.000,0.001 0.000,0.002 0.000,0.002 0.000,0.001 0.000,0.001 0.000,0.001 0.000,0.001 0.000,0.000 0.000,0.000 0.000,0.000 0.000,0.000 0.000,0.000 0.000,0.000 0.000,0.000 0.000,0.000 0.000,-0.000 0.000,0.000 0.000,0.000 0.000,-0.000 0.000,0.000 0.000,0.000 0.000,0.051 0.000,0.083 0.000,0.097 0.000,0.098 0.000,0.093 0.000,0.033 0.000,0.008 0.000,-0.021 0.000,-0.058 0.000,-0.067 0.000,-0.067 0.000,-0.061 0.000,-0.052 0.000,-0.042 0.000,-0.032 0.000,-0.023 0.000,-0.016 0.000,-0.010 0.000,-0.005 0.000,-0.002 0.000,-0.000 0.000,0.001 0.000,0.002 0.000,0.002 0.000,0.002 0.000,0.002 0.000,0.001 0.000,0.001 0.000,0.012 0.000,0.027 0.000,0.032 0.000,0.032 0.000,0.031 0.000,0.027 0.000,0.023 0.000,0.079 0.000,0.040 0.000,0.012 0.000,-0.008 0.000,-0.019 0.000,-0.026 0.000,-0.028 0.000,-0.013 0.000,-0.028 0.000,-0.024 0.000,-0.020 0.000,-0.016 0.000,-0.012 0.000,-0.008 0.000,-0.005 0.000,-0.003 0.000,-0.002 0.000,-0.001 0.000,0.000 0.000,0.001 0.000,1.410 0.000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1188.000 642.000,'0.005'0.007,"0.007"0.011,0.008 0.012,0.008 0.012,0.007 0.011,0.006 0.009,0.005 0.007,0.004 0.005,0.003 0.004,0.002 0.003,0.001 0.002,0.001 0.001,0.000 0.000,0.000 0.000,-0.000-0.000,-0.000-0.000,-0.000-0.000,-0.000-0.000,-0.000-0.000,-0.000-0.000,-0.000-0.000,-0.000-0.000,-0.000-0.000,0.000-0.000,0.000-0.000,0.000-0.000,-0.000 0.000,0.000 0.000,0.000 0.000,0.000 0.000,0.000 0.000,-0.000 0.000,0.000 0.000,0.000 0.000,0.000 0.000,0.000 0.000,0.000 0.000,-0.001 0.003,0.006 0.014,0.007 0.017,0.007 0.017,0.006 0.016,0.006 0.014,0.005 0.012,0.004 0.010,0.003 0.007,0.002 0.005,0.006 0.008,-0.004-0.016,-0.006-0.020,-0.006-0.021,-0.006-0.020,-0.005-0.017,-0.004-0.014,-0.003-0.011,-0.003-0.008,-0.002-0.006,-0.001-0.004,-0.001-0.002,-0.000-0.001,-0.000-0.000,0.000 0.000,0.000 0.000,0.000 0.001,0.000 0.001,0.000 0.001,0.000 0.001,0.000 0.000,0.000 0.000,0.000 0.000,0.000 0.000,0.000 0.000,0.000 0.000,0.000 0.000,0.000 0.000,0.000 0.000,0.000 0.000,0.000 0.000,-0.008 0.001,-0.013 0.001,-0.015 0.001,-0.015 0.001,-0.013 0.001,-0.011 0.001,-0.009 0.001,-0.007 0.000,-0.005 0.000,-0.003 0.000,-0.002 0.000,-0.001 0.000,-0.000 0.000,-0.000 0.000,0.000 0.000,0.000 0.000,0.000-0.000,0.000 0.000,0.000-0.000,0.000 0.000,0.000 0.000,0.000 0.000,0.000 0.000,0.000-0.000,0.000 0.000,0.000 0.000,0.000 0.000,0.000 0.000,-0.042 0.009,-0.063 0.013,-0.070 0.014,-0.068 0.014,-0.061 0.012,-0.051 0.010,-0.004 0.004,0.017 0.003,0.030 0.001,0.036-0.000,0.037-0.001,0.034-0.001,0.029-0.001,-0.325 0.362</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1223.000 653.000,'0.011'0.000,"0.016"0.000,0.018 0.000,0.018 0.000,0.016 0.000,0.013 0.000,0.010 0.000,0.008 0.000,0.006 0.000,0.004 0.000,0.002 0.000,0.001 0.000,0.000 0.000,0.000 0.000,-0.000 0.000,-0.001 0.000,-0.000 0.000,-0.000 0.000,-0.000 0.000,-0.000 0.000,-0.000 0.000,-0.000 0.000,-0.000 0.000,-0.000 0.000,-0.000 0.000,0.011 0.000,0.042 0.000,0.050 0.000,0.052 0.000,0.049 0.000,0.044 0.000,0.025 0.000,0.040 0.000,0.018 0.000,0.002 0.000,0.056 0.000,-0.046 0.000,-0.056 0.000,-0.058 0.000,-0.056 0.000,-0.050 0.000,-0.043 0.000,-0.035 0.000,-0.027 0.000,-0.020 0.000,-0.000 0.000,0.008 0.000,0.015 0.000,0.018 0.000,0.018 0.000,0.017 0.000,0.015 0.000,0.013 0.000,0.026 0.000,0.026 0.000,0.026 0.000,0.025 0.000,0.021 0.000,1.102 0.000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1233.000 647.000,'0.009'0.006,"0.014"0.009,0.016 0.010,0.016 0.010,0.014 0.009,0.012 0.008,0.010 0.006,0.007 0.005,0.005 0.004,0.004 0.002,0.002 0.002,0.001 0.001,0.000 0.000,0.000 0.000,-0.000-0.000,-0.000-0.000,-0.000-0.000,-0.000-0.000,-0.000-0.000,-0.000-0.000,-0.000-0.000,-0.000-0.000,-0.000-0.000,-0.000-0.000,-0.000-0.000,0.000-0.000,0.000 0.000,0.000 0.000,-0.005-0.002,-0.013-0.006,-0.014-0.007,-0.014-0.007,-0.013-0.006,-0.011-0.005,-0.008-0.004,-0.006-0.003,-0.005-0.002,-0.003-0.001,-0.002-0.001,-0.001-0.000,-0.000-0.000,0.000 0.000,0.000 0.000,0.000 0.000,0.000 0.000,0.000 0.000,0.000 0.000,0.000 0.000,0.000 0.000,0.000 0.000,0.000 0.000,0.000 0.000,0.000 0.000,0.000 0.000,0.000 0.000,0.000 0.000,0.000-0.000,0.000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0.000,-0.000-0.000,-0.032 0.014,-0.049 0.028,-0.057 0.033,-0.058 0.034,-0.055 0.032,-0.049 0.029,-0.042 0.025,-1.384 0.916</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1217.000 649.000,'0.011'0.000,"0.017"0.000,0.019 0.000,0.018 0.000,0.016 0.000,0.014 0.000,0.011 0.000,0.008 0.000,0.006 0.000,0.004 0.000,0.002 0.000,0.001 0.000,0.000 0.000,0.000 0.000,-0.000 0.000,-0.001 0.000,-0.000 0.000,-0.001 0.000,-0.000 0.000,-0.000 0.000,-0.000 0.000,-0.000 0.000,-0.000 0.000,-0.000 0.000,0.005 0.000,0.056 0.000,0.069 0.000,0.074 0.000,0.333 0.000,0.126 0.000,0.040 0.000,-0.038 0.000,-0.011 0.000,-0.046 0.000,-0.066 0.000,-0.075 0.000,-0.035 0.000,-0.042 0.000,0.072 0.000,0.002 0.000,-0.020 0.000,-0.061 0.000,-0.071 0.000,-0.075 0.000,-0.072 0.000,-0.064 0.000,-0.054 0.000,-0.043 0.000,-0.033 0.000,-0.024 0.000,-0.016 0.000,-0.010 0.000,-0.006 0.000,-0.003 0.000,-0.000 0.000,0.001 0.000,0.002 0.000,0.002 0.000,0.002 0.000,0.002 0.000,0.009 0.000,0.009 0.000,0.010 0.000,0.009 0.000,0.008 0.000,0.007 0.000,0.005 0.000,0.004 0.000,0.003 0.000,0.002 0.000,0.001 0.000,0.000 0.000,0.000 0.000,0.000 0.000,-0.000 0.000,-0.000 0.000,-0.000 0.000,-0.000 0.000,0.003 0.000,0.039 0.000,0.047 0.000,0.049 0.000,0.016 0.000,0.020 0.000,0.012 0.000,0.006 0.000,0.065 0.000,-0.015 0.000,-0.021 0.000,-0.024 0.000,-0.024 0.000,0.583 0.000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1233.000 640.000,'0.004'0.005,"0.005"0.008,0.006 0.009,0.006 0.009,0.005 0.008,0.005 0.007,0.004 0.005,0.003 0.004,0.002 0.003,0.001 0.002,0.001 0.001,0.000 0.001,0.000 0.000,0.000 0.000,-0.000-0.000,-0.000-0.000,-0.000-0.000,-0.000-0.000,-0.000-0.000,-0.000-0.000,-0.000-0.000,-0.000-0.000,0.000-0.000,0.000-0.000,-0.000-0.000,0.000 0.000,0.000 0.000,0.000 0.000,0.000 0.000,0.000 0.000,0.000 0.000,0.000 0.000,0.000 0.000,0.000 0.000,0.000 0.000,0.000 0.000,-0.000 0.000,0.000 0.000,-0.000 0.000,0.000 0.000,0.000 0.000,-0.000 0.000,0.000 0.000,0.000 0.000,-0.000 0.000,0.000 0.000,0.000 0.000,-0.000 0.000,0.003 0.001,0.005 0.002,0.006 0.003,0.006 0.003,0.005 0.002,0.004 0.002,0.003 0.002,0.003 0.001,0.002 0.001,0.001 0.001,0.001 0.000,0.000 0.000,0.000 0.000,0.000 0.000,-0.000-0.000,-0.000-0.000,-0.000-0.000,-0.000-0.000,-0.000-0.000,-0.000-0.000,-0.000-0.000,-0.000-0.000,0.000 0.000,-0.000 0.000,0.000 0.000,0.016 0.003,0.031 0.011,0.036 0.013,0.036 0.013,0.033 0.012,0.029 0.010,0.016 0.007,-0.027-0.013,-0.039-0.018,-0.042-0.019,-0.041-0.018,-0.036-0.016,-0.030-0.013,-0.024-0.010,-0.018-0.008,-0.012-0.005,-0.008-0.003,-0.005-0.002,-0.002-0.001,-0.001-0.000,0.000 0.000,0.001 0.000,0.001 0.001,0.001 0.001,0.001 0.001,0.001 0.000,0.001 0.000,0.001 0.000,0.001 0.000,0.000 0.000,0.000 0.000,0.000 0.000,0.000 0.000,0.000 0.000,0.000-0.000,0.000 0.000,0.000 0.000,-0.000 0.000,0.000-0.000,0.000 0.000,-0.000 0.000,0.000 0.000,0.000 0.000,0.000 0.000,0.000 0.000,0.000 0.000,0.000-0.000,0.000 0.000,0.000 0.000,0.000 0.000,0.000-0.000,0.000 0.000,0.000 0.000,0.000-0.000,0.000 0.000,0.000 0.000,0.000 0.000,0.000-0.000,0.000 0.000,0.000 0.000,0.000-0.000,0.000 0.000,0.000 0.000,0.000 0.000,0.000 0.000,0.000-0.000,0.000 0.000,0.000 0.000,0.000 0.000,0.000 0.000,0.000 0.000,0.000-0.000,0.000 0.000,0.000 0.000,0.000 0.000,0.000-0.000,0.000 0.000,0.000 0.000,0.000-0.000,0.000 0.000,0.000 0.000,0.000 0.000,0.000-0.000,0.000 0.000,0.000 0.000,0.000 0.000,0.000-0.000,0.000 0.000,0.000 0.000,0.000-0.000,0.000 0.000,0.000 0.000,0.000 0.000,-0.010 0.013,-0.016 0.021,-0.018 0.024,-0.018 0.024,-0.016 0.022,-0.014 0.018,-0.011 0.015,-0.009 0.012,-0.006 0.009,-0.004 0.006,-0.003 0.004,-0.002 0.002,-0.001 0.001,-0.000 0.000,0.000-0.000,0.000-0.001,-0.000-0.015,-0.009-0.011,-0.010-0.012,-0.011-0.012,-0.010-0.011,-0.009-0.009,-0.007-0.008,-0.006-0.006,-0.004-0.005,-0.003-0.003,-0.018 0.015,-0.003 0.014,-0.002 0.017,-0.002 0.017,-0.001 0.015,-0.000 0.013,0.000 0.010,0.000 0.008,0.000 0.006,-0.556 0.581</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700.000 867.000,'0.012'0.000,"0.019"0.000,0.021 0.000,0.021 0.000,0.019 0.000,0.016 0.000,0.013 0.000,0.010 0.000,0.007 0.000,0.005 0.000,0.003 0.000,0.002 0.000,0.001 0.000,0.000 0.000,-0.000 0.000,-0.001 0.000,-0.001 0.000,-0.001 0.000,-0.001 0.000,-0.000 0.000,-0.000 0.000,-0.000 0.000,-0.000 0.000,-0.000 0.000,-0.000 0.000,-0.000 0.000,-0.000 0.000,0.000 0.000,0.148 0.000,0.135 0.000,0.098 0.000,0.067 0.000,0.201 0.000,0.124 0.000,0.064 0.000,0.019 0.000,0.286 0.000,-0.005 0.000,-0.079 0.000,-0.121 0.000,-0.065 0.000,-0.098 0.000,-0.112 0.000,-0.112 0.000,-0.025 0.000,-0.040 0.000,-0.048 0.000,-0.076 0.000,-0.060 0.000,-0.058 0.000,-0.053 0.000,-0.046 0.000,-0.038 0.000,-0.010 0.000,-0.024 0.000,-0.016 0.000,-0.010 0.000,-0.005 0.000,-0.002 0.000,0.000 0.000,0.002 0.000,0.003 0.000,0.003 0.000,-0.005 0.000,0.018 0.000,0.021 0.000,0.021 0.000,0.020 0.000,0.018 0.000,-0.027 0.000,0.005 0.000,0.003 0.000,0.001 0.000,0.000 0.000,-0.001 0.000,-0.001 0.000,-0.001 0.000,-0.002 0.000,-0.002 0.000,-0.001 0.000,-0.001 0.000,-0.001 0.000,-0.001 0.000,-0.001 0.000,-0.001 0.000,0.154 0.000,0.049 0.000,0.020 0.000,1.375 0.000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720.000 869.000,'0.000'0.019,"0.000"0.029,0.000 0.033,0.000 0.033,0.000 0.030,0.000 0.026,0.000 0.021,0.000 0.016,0.000 0.012,0.000 0.009,0.000 0.006,0.000 0.003,0.000 0.002,0.000-0.081,0.000 0.038,0.000 0.336,0.000 0.146,0.000-0.060,0.000 0.051,0.000 0.039,0.000 0.029,0.000 0.346,0.000 0.163,0.000 0.086,0.000-0.018,0.000 0.109,0.000 0.053,0.000 0.012,0.000 0.187,0.000 0.027,0.000-0.024,0.000-0.057,0.000 0.029,0.000 0.075,0.000 0.040,0.000 0.013,0.112 0.654,0.087 0.004,0.065-0.118,0.024-0.441,0.052-0.039,0.031-0.085,0.015-0.112,0.054 0.233,-0.041-0.076,-0.056-0.083,-0.024-0.182,-0.012-0.084,-0.027-0.128,-0.035-0.150,-0.008 0.199,-0.053-0.069,-0.048-0.096,-0.054-0.200,-0.023 0.018,-0.019-0.002,-0.015-0.016,-0.012 0.069,-0.009 0.017,-0.007-0.019,-0.005-0.044,-0.006 0.351,-0.002-0.004,0.000-0.062,0.003-0.227,0.001-0.004,0.001-0.034,0.001-0.052,0.001 0.110,0.001 0.058,0.001 0.018,0.001-0.010,0.001 0.440,0.001 0.036,0.001-0.032,0.014-0.280,0.022 0.002,0.027-0.030,0.029-0.050,0.068 0.071,0.039-0.008,0.016-0.063,0.000-0.097,-0.011 0.164,-0.019 0.070,-0.023 0.001,-0.024-0.047,-0.003 0.319,-0.035-0.099,-0.030-0.136,-0.029-0.327,-0.013-0.044,-0.010-0.047,-0.008-0.047,0.021 0.254,0.037-0.042,0.045-0.069,0.016-0.047,0.001-0.084,-0.010-0.112,-0.016-0.120,-0.030-0.204,-0.012-0.062,-0.012-0.051,-0.005 0.038,-0.014-0.049,-0.011-0.037,-0.009-0.046,-0.004 0.017,-0.003 0.007,-0.002-0.001,-0.003 0.076,-0.001-0.053,-0.000-0.062,0.000-0.062,0.000-0.057,0.001-0.048,0.001-0.039,0.001-0.030,0.001-0.022,0.000-0.015,0.000-0.009,0.000-0.005,0.000-0.002,0.000-0.000,0.000 0.001,0.000 0.002,0.000 0.002,0.000 0.002,0.000 0.002,0.000 0.001,-0.000 0.001,0.000 0.001,0.000 0.001,0.000 0.000,-0.000 0.104</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721.000 982.000,'0.007'0.020,"0.010"0.030,0.011 0.034,0.011 0.033,0.010 0.030,0.009 0.026,0.007 0.021,0.005 0.016,0.004 0.012,0.003 0.008,0.002 0.005,0.001 0.003,0.000 0.001,0.001-0.009,0.011 0.013,0.012 0.015,0.013 0.015,0.012 0.014,0.010 0.013,0.033 0.116,0.028 0.052,0.029 0.021,0.028 0.119,0.012 0.053,0.006 0.018,0.001-0.005,-0.088-0.201,-0.018-0.019,-0.021-0.019,0.095 0.196,0.007 0.007,-0.016-0.021,-0.054-0.120,-0.026-0.042,-0.027-0.044,-0.026-0.042,-0.024-0.039,-0.009-0.006,-0.015-0.071,-0.008-0.067,-0.003-0.059,-0.000-0.048,0.002-0.038,0.003-0.028,0.003-0.020,0.003-0.013,0.003-0.008,0.002-0.004,0.002-0.001,0.001 0.001,0.001 0.002,0.001 0.002,0.000 0.002,0.000 0.002,0.000 0.002,0.000 0.002,0.000 0.001,-0.000 0.001,-0.000 0.001,-0.000 0.000,-0.000 0.000,-0.000 0.000,-0.000 0.000,-0.000-0.000,-0.000 0.000,0.000-0.000,0.000-0.000,0.000-0.000,0.000-0.000,0.000-0.000,0.000-0.000,0.000 0.000,0.000 0.000,0.000 0.000,0.000-0.000,0.000 0.000,0.000 0.000,0.000 0.000,0.000 0.000,0.000 0.000,0.000-0.000,0.000 0.000,0.000 0.000,0.000-0.000,0.000 0.000,0.217-0.109,0.167-0.085,0.121-0.062,0.195-0.127,0.140-0.072,0.094-0.033,-0.032-0.069,0.093-0.115,0.035-0.070,-0.007-0.034,0.004-0.048,-0.042-0.002,-0.072 0.031,-0.088 0.051,0.083-0.103,-0.141 0.102,-0.129 0.099,0.864-1.997</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1156.000 840.000,'0.003'0.010,"0.005"0.015,0.006 0.017,0.005 0.016,0.005 0.015,0.004 0.012,0.003 0.010,0.002 0.007,0.002 0.005,0.001 0.003,0.001 0.002,0.000 0.001,0.000 0.000,-0.000-0.000,0.000-0.000,-0.000-0.000,-0.000-0.001,-0.000-0.000,-0.000-0.000,-0.000-0.000,0.000-0.000,-0.000-0.000,0.000-0.000,-0.000-0.000,0.000-0.000,0.000 0.000,0.000 0.000,0.109 0.102,0.087 0.104,0.061 0.082,0.040 0.062,0.130 0.165,0.079 0.121,0.039 0.084,0.009 0.054,0.095 0.177,0.042 0.093,0.004 0.030,-0.023-0.016,0.079 0.073,0.040 0.025,0.010-0.010,-0.011-0.034,0.269 0.479,-0.000 0.017,-0.036-0.078,-0.206-0.318,-0.012-0.033,-0.027-0.065,-0.035-0.083,0.067 0.121,0.028 0.043,-0.000-0.013,-0.020-0.051,0.180 0.191,0.096 0.083,0.033 0.004,-0.012-0.052,0.323 0.418,-0.049-0.075,-0.094-0.142,-0.245-0.350,-0.014-0.051,-0.040-0.076,-0.056-0.090,0.212 0.193,-0.044-0.078,-0.094-0.121,-0.119-0.140,-0.746-0.764,0.851 0.852,-0.005-0.015,-0.034-0.039,0.119 0.033,0.035-0.010,-0.019-0.035,0.145 0.036,0.066-0.007,0.011-0.033,0.117 0.094,0.004-0.004,-0.065-0.063,-0.188-0.148,0.043 0.019,0.003-0.006,-0.026-0.024,0.275 0.162,-0.052-0.041,-0.117-0.072,0.087-0.040,-0.094-0.105,-0.143-0.099,-0.297-0.151,-0.072-0.040,-0.081-0.052,-0.083-0.058,-0.080-0.058,-0.073-0.056,-0.065-0.051,-0.056-0.045,0.034 0.002,-0.049-0.004,-0.034 0.015,-0.076-0.019,0.009 0.014,0.018 0.015,0.023 0.016,0.054 0.027,-0.011-0.013,-0.022-0.021,-0.028-0.025,-0.030-0.026,-0.030-0.025,-0.027-0.023,0.013-0.003,0.046 0.011,0.061 0.019,0.067 0.023,0.094 0.069,0.056 0.035,0.023 0.009,3.132 0.842</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1237.000 901.000,'0.005'0.014,"0.007"0.022,0.008 0.024,0.008 0.024,0.007 0.022,0.006 0.018,0.005 0.015,0.004 0.011,0.003 0.008,0.002 0.006,0.001 0.004,0.001 0.002,0.000 0.001,0.000 0.000,-0.000-0.000,-0.000-0.001,-0.000-0.001,-0.000-0.001,-0.017 0.042,0.011 0.098,0.017 0.069,0.021 0.054,0.023 0.041,0.056 0.127,0.022-0.019,0.015-0.042,0.009-0.053,0.004-0.056,-0.040-0.080,-0.018-0.006,-0.009 0.032,-0.028-0.007,-0.027-0.007,-0.020 0.003,-0.025-0.051,-0.020-0.056,-0.015-0.054,-0.010-0.048,-0.007-0.040,-0.004-0.032,-0.002-0.024,-0.001-0.017,0.000-0.011,0.001-0.007,0.001-0.003,0.001-0.001,0.001 0.000,0.001 0.001,0.001 0.002,0.001 0.002,0.000 0.002,0.000 0.001,0.000 0.001,0.000 0.001,0.000 0.001,0.000 0.000,0.000 0.000,0.000 0.000,-0.000 0.000,0.000 0.000,0.000 0.000,-0.000 0.000,0.000-0.000,0.015 0.022,0.024 0.045,0.029 0.055,0.030 0.057,0.061 0.078,0.038 0.060,0.016 0.036,-0.000 0.018,0.044 0.109,-0.035-0.051,-0.041-0.070,-0.041-0.075,-0.037-0.071,-0.031-0.063,-0.025-0.052,-0.019-0.040,-0.014-0.030,-0.010-0.021,-0.006-0.014,-0.003-0.008,-0.001-0.004,-0.000-0.001,0.001 0.001,0.001 0.002,0.001 0.002,0.001 0.002,0.001 0.002,0.001 0.002,0.001 0.002,0.000 0.001,0.000 0.001,0.000 0.001,0.000 0.000,0.000 0.000,0.000 0.000,0.000 0.000,0.000 0.000,-0.000-0.000,0.000-0.000,0.000-0.000,0.000-0.000,-0.000-0.000,0.000-0.000,0.000 0.000,-0.059-0.006,-0.536 0.132,-0.303 0.074,-0.195 0.055,-0.336 0.150,-0.143 0.112,-0.012 0.079,0.255-0.075,-0.016 0.006,0.021-0.025,0.045-0.046,-0.410 0.158,0.108-0.025,0.184-0.048,0.213-0.057,0.033-0.007,0.039-0.037,0.061-0.062,0.302-0.094,0.032-0.010,0.025-0.021,-0.075 0.013,0.070-0.046,0.076-0.046,0.075-0.044,0.049-0.019,0.016 0.002,-0.002 0.014,-0.007 0.015,0.022 0.004,0.027 0.001,0.029-0.002,0.027-0.003,0.025-0.004,0.021-0.004,-0.012 0.004,0.036-0.025,0.035-0.028,0.031-0.027,0.026-0.024,0.021-0.020,-1.352 0.968</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1102.000 901.000,'0.004'0.012,"0.006"0.019,0.007 0.022,0.007 0.021,0.006 0.019,0.006 0.017,0.005 0.014,0.004 0.011,0.003 0.008,0.002 0.005,0.001 0.004,0.001 0.002,0.000 0.001,0.000 0.000,0.000-0.000,-0.000-0.000,-0.000-0.001,-0.000-0.001,-0.000-0.001,-0.000-0.001,0.001-0.013,0.023 0.042,0.028 0.053,0.037 0.071,0.027 0.050,0.023 0.042,0.019 0.035,0.252 0.251,0.112 0.086,0.049 0.044,-0.087-0.178,-0.001-0.029,-0.029-0.039,-0.047-0.044,0.110 0.069,-0.051-0.061,-0.075-0.054,-0.075-0.060,-0.089-0.082,-0.081-0.077,-0.068-0.068,-0.054-0.056,-0.041-0.044,-0.030-0.033,-0.020-0.023,-0.012-0.015,-0.007-0.009,-0.003-0.004,0.000-0.001,0.002 0.001,0.002 0.002,0.003 0.002,0.003 0.002,0.002 0.002,0.002 0.002,0.002 0.002,0.001 0.001,0.001 0.001,0.001 0.001,0.000 0.000,0.000 0.000,0.000 0.000,0.000 0.000,-0.000 0.000,-0.000-0.000,0.000-0.000,-0.000-0.000,0.000-0.000,-0.000 0.000,0.000-0.000,0.000-0.000,0.000 0.000,-0.000-0.000,0.000 0.000,0.000 0.000,0.000 0.000,0.000 0.000,0.000 0.000,0.000 0.000,0.000 0.000,0.000 0.000,0.000 0.000,-0.000 0.000,0.000 0.000,0.000 0.000,-0.058 0.018,-0.091 0.029,-0.104 0.033,-0.103 0.033,-0.278 0.128,-0.143 0.073,-0.060 0.036,-0.004 0.011,-0.376 0.090,-0.273 0.119,-0.328 0.147,-0.028 0.013,0.114-0.053,0.193-0.089,0.452-0.159,0.094-0.031,0.099-0.042,-2.273 0.916</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655.000 844.000,'0.017'0.000,"0.026"0.000,0.030 0.000,0.030 0.000,0.027 0.000,0.023 0.000,0.019 0.000,0.015 0.000,0.011 0.000,0.008 0.000,0.005 0.000,0.003 0.000,0.001 0.000,0.000 0.000,-0.000 0.000,-0.001 0.000,-0.001 0.000,-0.001 0.000,-0.001 0.000,0.014 0.000,0.058 0.000,0.069 0.000,0.072 0.000,0.132 0.000,0.058 0.000,0.040 0.000,-0.013 0.000,0.013 0.000,-0.019 0.000,-0.038 0.000,-0.035 0.000,0.016 0.000,0.007 0.000,0.000 0.000,0.113 0.000,-0.001 0.000,-0.030 0.000,-0.048 0.000,0.092 0.000,-0.066 0.000,-0.096 0.000,-0.106 0.000,-0.102 0.000,-0.091 0.000,-0.076 0.000,-0.060 0.000,-0.045 0.000,-0.032 0.000,-0.021 0.000,-0.013 0.000,-0.007 0.000,-0.002 0.000,0.000 0.000,0.002 0.000,0.003 0.000,0.003 0.000,0.003 0.000,0.003 0.000,0.002 0.000,0.002 0.000,0.001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0.000,0.043 0.000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666.000 846.000,'-0.013'0.013,"-0.020"0.020,-0.023 0.023,-0.022 0.022,-0.020 0.020,-0.018 0.018,-0.014 0.014,-0.011 0.011,-0.008 0.008,-0.006 0.006,-0.004 0.004,-0.002 0.002,-0.001 0.001,-0.000 0.000,0.000-0.000,0.001-0.001,0.001-0.001,0.001-0.001,0.001-0.001,-0.002-0.012,-0.027 0.005,-0.032 0.006,-0.033 0.007,-0.032 0.007,-0.252 0.132,-0.180 0.108,-0.164 0.127,-0.121 0.075,-0.057 0.019,-0.010-0.020,-0.417 0.195,-0.021-0.016,0.058-0.049,0.261-0.183,0.013-0.025,0.045-0.020,0.065-0.014,-0.031 0.017,0.010-0.016,0.038-0.038,0.056-0.051,-0.360 0.127,-0.037-0.004,0.010-0.019,0.131-0.073,-0.103 0.012,-0.066-0.003,-0.037-0.013,-0.201-0.019,-0.091-0.022,-0.010-0.023,0.046-0.023,-0.661 0.147,-0.023 0.021,0.102-0.002,0.375-0.081,-0.001-0.006,0.062-0.027,0.102-0.040,-0.098-0.017,0.054-0.032,0.084-0.025,0.100-0.019,-0.426 0.105,0.097-0.006,0.187-0.037,0.225-0.052,-0.261 0.075,-0.235 0.038,0.091-0.063,-0.098-0.020,-0.013-0.030,0.047-0.036,-0.140-0.038,-0.050-0.038,0.016-0.035,0.060-0.031,-0.827-0.017,-0.042-0.034,0.113-0.025,-0.332-0.018,-0.076-0.012,0.089-0.007,0.356-0.001,-0.002-0.001,0.093-0.000,0.152 0.001,-0.565-0.001,0.101 0.002,0.207 0.002,0.559 0.003,0.068 0.001,0.126 0.001,0.159 0.001,0.014 0.001,0.072 0.000,0.109 0.000,0.129 0.000,-0.667 0.000,-0.077 0.000,0.038 0.000,-0.201-0.112,0.004-0.087,0.130-0.065,0.349-0.046,0.061-0.055,0.114-0.031,0.144-0.012,-0.513-0.081,0.012 0.010,0.138 0.018,0.367 0.088,0.111 0.027,0.125 0.027,0.126 0.026,0.119 0.023,-0.126-0.028,0.102 0.006,0.113 0.000,0.286 0.024,-0.007-0.038,-0.011-0.028,-0.260-0.109,0.040-0.002,0.088 0.013,0.113 0.022,0.187 0.069,0.049 0.010,0.033 0.007,-0.078-0.049,0.113 0.055,0.118 0.061,0.110 0.060,0.096 0.054,0.079 0.045,0.061 0.036,0.045 0.027,0.032 0.020,0.021 0.013,0.012 0.008,0.006 0.004,0.002 0.002,-0.001-0.000,-0.003-0.001,-0.003-0.002,-0.004-0.002,-0.003-0.002,-0.003-0.002,-0.002-0.001,-0.002-0.001,-0.001-0.001,-0.001-0.001,-0.001-0.000,-0.000-0.000,-0.000-0.000,-0.000-0.000,-0.026-0.033,-0.049-0.053,-0.058-0.062,-0.060-0.064,-0.054-0.042,-0.020-0.001,-0.005 0.018,0.005 0.029,0.011 0.034,-0.010 0.010,0.024 0.016,0.025 0.008,0.023 0.003,0.020-0.001,0.016-0.003,0.027 0.013,0.034 0.024,0.034 0.027,0.031 0.027,0.026 0.024,0.021 0.020,0.016 0.016,0.011 0.012,0.008 0.009,0.005 0.006,0.003 0.004,0.001 0.002,0.000 0.001,-0.001 0.000,-0.001-0.001,-0.001-0.001,-0.001-0.001,-0.001-0.001,-0.001-0.001,-0.001-0.001,-0.000-0.000,-0.000-0.000,-0.000-0.000,-0.000-0.000,-0.000-0.000,-0.000-0.000,0.000-0.000,0.000 0.000,0.000 0.000,0.000 0.000,0.000 0.000,0.000 0.000,0.000 0.000,0.000 0.000,0.000 0.000,0.000 0.000,0.000 0.000,0.000 0.000,0.000 0.000,0.000 0.000,0.000 0.000,0.000 0.000,0.000 0.000,0.000 0.000,0.000 0.000,0.000 0.000,0.000 0.000,0.000-0.000,0.000 0.000,0.000 0.000,0.000 0.000,0.000-0.000,0.000 0.000,0.000 0.000,-0.000 0.000,0.000 0.000,0.000-0.000,-0.000 0.000,0.000 0.000,0.000 0.000,0.000 0.000,0.000-0.000,0.000 0.000,-0.000 0.000,0.000 0.000,0.000 0.000,-0.000-0.000,0.000 0.000,0.000 0.000,0.000 0.000,0.000 0.000,0.000 0.000,-0.000-0.000,0.000 0.000,0.000 0.000,0.000 0.000,0.000 0.000,-0.000-0.000,0.000 0.000,0.000 0.000,0.000 0.000,0.000 0.000,-0.000-0.000,0.017 0.014,0.027 0.024,0.031 0.027,0.030 0.027,0.027 0.024,0.023 0.021,0.019 0.017,0.015 0.013,0.011 0.010,-0.018-0.006,-0.022-0.004,-0.027-0.006,-0.029-0.007,-0.027-0.007,-0.024-0.007,-0.020-0.006,-0.016-0.005,-0.013-0.004,-0.009-0.003,-0.006-0.002,-0.004-0.001,-0.002-0.001,-0.001 0.002,-0.000 0.011,0.000 0.013,0.001 0.014,0.001 0.013,0.001 0.011,0.001 0.010,0.001 0.008,0.001 0.012,0.001-0.027,0.000-0.033,0.000-0.034,0.000-0.031,0.000-0.027,0.000-0.022,0.000-0.017,0.000-0.013,-0.000-0.009,-0.000-0.006,-0.000-0.003,-0.000-0.002,-0.000-0.000,0.000 0.000,-0.000 0.001,0.000 0.001,-0.000 0.001,0.000 0.001,0.000 0.001,0.000 0.001,0.000 0.001,0.000 0.000,0.000 0.000,0.000 0.000,0.000 0.000,0.000 0.000,0.000 0.000,0.000 0.000,0.000 0.000,0.000-0.000,0.000 0.000,0.000-0.000,0.000 0.000,0.000 0.000,0.000-0.000,0.000 0.000,0.000 0.000,0.000 0.000,0.000 0.000,0.000 0.000,0.000 0.000,0.000 0.000,0.000 0.000,0.000 0.000,0.000 0.000,0.000 0.000,0.000 0.000,0.000 0.000,0.000 0.000,0.000 0.000,0.000 0.000,0.000 0.000,0.000 0.000,0.000-0.000,0.000 0.000,0.000 0.000,0.000 0.000,0.000 0.000,0.000 0.000,0.000 0.000,0.000 0.000,0.000 0.000,0.000 0.000,0.000 0.000,0.000 0.027,0.000 0.050,0.000 0.059,0.000 0.061,0.000 0.009,0.000 0.024,0.000 0.016,0.000 0.010,0.028 0.227,0.043 0.136,0.048 0.113,1.663 4.800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472.000 855.000,'0.009'0.000,"0.014"0.000,0.016 0.000,0.016 0.000,0.014 0.000,0.012 0.000,0.009 0.000,0.007 0.000,0.005 0.000,0.004 0.000,0.002 0.000,0.001 0.000,0.000 0.000,0.000 0.000,-0.000 0.000,-0.000 0.000,-0.000 0.000,-0.000 0.000,-0.000 0.000,-0.000 0.000,-0.000 0.000,-0.000 0.000,-0.000 0.000,-0.000 0.000,-0.000 0.000,-0.000 0.000,0.000 0.000,0.000 0.000,0.044 0.000,0.072 0.000,0.082 0.000,0.220 0.000,0.120 0.000,0.048 0.000,-0.001 0.000,-0.030 0.000,-0.046 0.000,-0.056 0.000,0.031 0.000,0.004 0.000,-0.016 0.000,-0.028 0.000,-0.036 0.000,-0.039 0.000,-0.039 0.000,0.060 0.000,-0.045 0.000,-0.038 0.000,0.791 0.000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564.000 840.000,'0.021'0.000,"0.032"0.000,0.037 0.000,0.038 0.000,0.035 0.000,0.030 0.000,0.025 0.000,0.020 0.000,0.015 0.000,0.011 0.000,0.008 0.000,0.220 0.000,0.194 0.000,0.149 0.000,0.302 0.000,0.192 0.000,0.106 0.000,0.053 0.000,0.087 0.000,0.016 0.000,-0.034 0.000,0.593 0.000,0.052 0.000,-0.041 0.000,-0.424 0.013,-0.042 0.022,-0.079 0.027,-0.101 0.028,-0.071 0.015,-0.100 0.005,-0.114-0.003,-0.118-0.007,-0.021-0.010,-0.060-0.012,-0.083-0.012,-0.095-0.012,-0.045-0.011,-0.061-0.010,-0.069-0.009,-0.071-0.007,-0.015-0.006,-0.029-0.005,-0.037-0.003,-0.040-0.003,0.068-0.003,-0.054-0.001,-0.047-0.000,-0.016 0.001,0.043 0.000,0.018 0.000,-0.001 0.000,0.196 0.000,0.012 0.001,-0.024 0.001,3.590 0.000</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595.000 842.000,'-0.007'0.026,"-0.010"0.040,-0.011 0.045,-0.011 0.044,-0.010 0.040,-0.009 0.034,-0.007 0.028,-0.005 0.021,-0.004 0.015,-0.003 0.011,-0.002 0.007,-0.001 0.004,-0.000 0.002,-0.013 0.029,-0.030 0.081,-0.035 0.094,-0.017 0.244,-0.017 0.162,-0.012 0.084,-0.008 0.027,-0.004-0.012,-0.143 0.732,-0.060 0.422,-0.099 0.460,-0.044 0.155,-0.005-0.051,0.020-0.180,0.113-0.367,0.051-0.102,0.056-0.149,-0.005-0.040,-0.004-0.063,0.002-0.102,0.006-0.123,-0.078 0.337,0.010-0.098,0.011-0.104,0.103-0.357,0.032-0.048,0.036-0.078,0.036-0.095,0.021-0.049,0.010-0.067,0.001-0.076,-0.005-0.078,-0.031 0.180,0.020-0.093,0.026-0.112,-0.008-0.202,-0.017-0.039,-0.003-0.048,0.006-0.051,0.013 0.002,0.017-0.014,0.018-0.024,0.019-0.030,0.005 0.076,0.025-0.045,0.020-0.042,0.002-0.071,-0.012-0.041,-0.019-0.037,-0.021-0.032,-0.022-0.026,0.007 0.006,0.003 0.065,-0.019 0.103,-0.014 0.048,-0.018 0.033,-0.018 0.020,0.024-0.072,0.009-0.008,0.014-0.012,0.018-0.026,0.017-0.021,0.016-0.022,0.016-0.022,0.009 0.033,0.016-0.028,0.013-0.025,0.010-0.022,0.007-0.050,0.004-0.002,0.003 0.003,-0.959 1.975</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570.000 902.000,'0.015'0.031,"0.024"0.048,0.027 0.055,0.028 0.055,0.026 0.051,0.022 0.045,0.019 0.037,0.015 0.030,0.011 0.022,0.008 0.016,-0.013 0.023,-0.019 0.038,-0.024 0.040,0.027 0.039,0.038 0.063,0.029 0.026,0.021-0.002,0.076 0.169,-0.028-0.033,-0.044-0.042,-0.049-0.044,-0.019-0.117,0.033 0.036,0.029 0.014,0.099 0.194,-0.020-0.041,-0.040-0.061,-0.045-0.008,-0.046-0.065,-0.042-0.092,-0.036-0.101,-0.029-0.098,-0.023-0.088,-0.017-0.074,-0.012-0.059,-0.008-0.045,-0.004-0.033,-0.002-0.023,-0.000-0.014,0.001-0.008,0.001-0.003,0.001-0.000,0.001 0.002,0.001 0.003,0.001 0.003,0.001 0.003,0.001 0.003,0.001 0.002,0.000 0.002,0.000 0.002,0.000 0.001,0.000 0.001,0.000 0.000,0.000 0.000,-0.000 0.000,0.177-0.013,0.143-0.022,0.107-0.027,0.076-0.029,0.237-0.082,0.176-0.061,0.125-0.043,0.083-0.029,0.652-0.139,0.179-0.057,0.055-0.049,-0.250 0.042,0.059-0.048,-0.018-0.030,-0.070-0.017,7.716-2.474</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703.000 687.000,'0.013'0.000,"0.020"0.000,0.023 0.000,0.022 0.000,0.020 0.000,0.018 0.000,0.014 0.000,0.011 0.000,0.008 0.000,0.006 0.000,0.004 0.000,0.002 0.000,0.001 0.000,0.000 0.000,-0.000 0.000,-0.001 0.000,-0.001 0.000,-0.001 0.000,-0.001 0.000,-0.013 0.000,0.031 0.000,0.039 0.000,0.042 0.000,0.314 0.000,0.160 0.000,0.093 0.000,-0.162 0.000,-0.018 0.000,-0.034 0.000,-0.043 0.000,0.007 0.000,-0.013 0.000,-0.026 0.000,-0.033 0.000,0.162 0.000,-0.008 0.000,-0.032 0.000,-0.160 0.000,-0.034 0.000,-0.034 0.000,-0.031 0.000,0.025 0.000,0.010 0.000,-0.001 0.000,-0.009 0.000,-0.014 0.000,-0.017 0.000,-0.017 0.000,-0.017 0.000,0.065 0.000,-0.016 0.000,-0.014 0.000,-0.085 0.000,-0.009 0.000,-0.008 0.000,-0.006 0.000,0.054 0.000,-0.009 0.000,-0.010 0.000,-0.009 0.000,0.000 0.000,0.015 0.000,0.020 0.000,0.021 0.000,0.020 0.000,0.018 0.000,0.016 0.000,0.048 0.000,0.018 0.000,-0.109 0.013,-0.008 0.022,-0.011 0.027,-0.012 0.028,0.046 0.037,-0.009 0.004,-0.007-0.007,-0.061-0.028,-0.008-0.012,-0.007-0.013,-0.006-0.013,0.095 0.024,0.042 0.027,0.048 0.035,-0.084-0.023,-0.001-0.002,-0.007-0.008,-0.010-0.011,1.175 0.226</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720.000 689.000,'-0.031'0.023,"-0.048"0.036,-0.055 0.041,-0.055 0.041,-0.051 0.038,-0.045 0.033,-0.037 0.028,-0.030 0.022,-0.022 0.017,-0.016 0.012,-0.055 0.021,-0.086 0.058,-0.058 0.047,-0.036 0.037,-0.191 0.081,-0.129 0.055,-0.079 0.033,-0.041 0.016,-0.534 0.267,-0.084 0.044,0.033 0.003,0.289-0.230,0.001-0.050,0.033-0.058,0.053-0.059,0.975-0.424,-1.122 0.568,0.120-0.029,0.148-0.068,0.918-0.484,-0.781 0.388,0.021-0.016,0.054-0.024,0.074-0.028,-0.036-0.030,-0.003-0.029,0.019-0.027,0.034-0.025,-0.304 0.141,0.015 0.024,0.077 0.001,0.170-0.114,-0.011-0.016,0.014-0.017,0.030-0.017,-0.130 0.055,0.010-0.006,0.055-0.028,0.082-0.041,0.095-0.047,-0.377 0.151,-0.190 0.088,-0.367 0.055,-0.115-0.034,-0.004-0.065,0.261-0.077,-0.031 0.004,0.022-0.004,0.058-0.010,-0.080 0.026,-0.012-0.003,0.036-0.023,0.068-0.036,-0.654 0.046,-0.131-0.029,-0.031-0.020,0.337-0.080,-0.065-0.009,-0.017-0.006,0.017-0.004,-0.160-0.015,-0.061-0.022,0.010-0.026,0.060-0.027,-0.949-0.005,-0.121-0.038,0.058-0.032,0.468-0.031,-0.033-0.013,0.070-0.011,0.138-0.008,-0.189-0.007,0.077-0.005,0.151-0.003,0.192-0.002,-0.499-0.002,0.081 0.000,0.167 0.001,0.178 0.002,-0.006 0.001,0.108 0.001,0.177 0.001,0.213 0.001,-0.016 0.001,0.066 0.001,0.098 0.001,0.038 0.000,-0.039 0.000,-0.004 0.000,-0.625 0.000,-0.048 0.000,0.062 0.000,0.430-0.000,0.029 0.000,0.081-0.000,0.113-0.000,0.037 0.000,0.088-0.000,0.119 0.000,0.134-0.000,-0.389 0.000,0.058 0.000,0.119-0.000,0.310 0.000,0.036 0.000,0.062 0.000,0.077 0.000,0.030 0.000,0.049 0.000,0.060 0.000,0.064 0.000,-0.189 0.000,0.078 0.000,0.101 0.000,0.182 0.000,0.014 0.000,0.019 0.000,0.021 0.000,-0.071 0.000,-0.026 0.000,0.008 0.000,0.030 0.000,-0.113 0.000,0.078 0.000,0.081 0.000,0.183 0.000,0.048 0.000,0.042 0.000,0.035 0.000,0.029 0.000,0.023 0.000,0.018 0.000,0.013 0.000,-0.045 0.000,0.013 0.000,0.011 0.000,0.009 0.000,0.015 0.007,0.041 0.010,0.043 0.012,0.041 0.011,0.036 0.010,0.030 0.008,0.023 0.007,0.017 0.005,0.012 0.004,0.008 0.002,0.005 0.001,0.002 0.001,0.001 0.000,-0.000-0.000,-0.001-0.000,-0.001-0.000,-0.001-0.000,-0.001-0.000,-0.001-0.000,-0.001-0.000,-0.001-0.000,-0.000-0.000,-0.000-0.000,-0.000-0.000,-0.000 0.000,-0.000 0.000,0.000-0.000,0.000 0.000,0.000 0.000,0.000 0.000,0.000 0.000,0.000 0.000,0.000 0.000,0.000 0.000,0.000 0.000,0.000 0.000,0.000 0.000,0.000 0.000,0.000 0.000,0.056 0.047,0.086 0.076,0.097 0.086,0.096 0.027,0.096 0.056,0.057 0.032,0.027 0.014,0.341 0.226,0.113 0.076,0.045 0.043,-0.064-0.038,0.024 0.013,-0.004-0.017,0.087 0.077,-0.048-0.023,-0.087-0.053,-0.105-0.069,-0.086-0.061,-0.144-0.114,-0.134-0.110,-0.116-0.098,-0.096-0.083,-0.075-0.066,-0.056-0.051,-0.040-0.037,-0.026-0.025,-0.016-0.016,-0.008-0.009,-0.003-0.004,0.001-0.000,0.003 0.002,0.004 0.003,0.004 0.003,0.004 0.003,0.004 0.003,0.003 0.003,0.003 0.002,0.002 0.002,-0.014-0.036,-0.024-0.056,-0.028-0.063,-0.027-0.062,-0.025-0.056,-0.021-0.047,-0.017-0.038,-0.400-1.169</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531.000 715.000,'0.013'-0.007,"0.020"-0.010,0.023-0.011,0.022-0.011,0.020-0.010,0.017-0.008,0.014-0.007,0.010-0.005,0.008-0.004,0.005-0.003,0.003-0.002,0.002-0.001,0.001-0.000,0.000-0.000,-0.000 0.000,-0.001 0.000,-0.001 0.000,-0.001 0.000,-0.001 0.000,-0.001 0.000,-0.000 0.000,-0.000 0.000,-0.000 0.000,-0.000 0.000,-0.000 0.000,-0.000 0.000,0.345-0.128,0.252-0.103,0.169-0.135,0.069-0.080,-0.012-0.033,3.430-1.680</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833.000 656.000,'0.022'-0.022,"0.035"-0.035,0.040-0.040,0.041-0.041,0.038-0.038,0.034-0.034,0.028-0.028,0.023-0.023,0.018-0.018,0.013-0.013,0.000 0.040,0.068-0.003,0.081-0.002,0.086-0.001,0.467-0.180,0.300-0.103,0.211-0.065,0.139-0.036,0.467-0.206,0.322-0.133,0.186-0.068,0.670-0.307,0.159-0.086,-0.060 0.014,-0.196 0.077,0.204 0.026,0.003 0.065,-0.125 0.085,-0.444 0.224,-0.051 0.084,-0.117 0.104,-0.156 0.113,0.598-0.056,-0.006 0.064,-0.109 0.064,0.039 0.042,0.085 0.018,-0.050 0.032,-0.137 0.039,-0.187 0.041,0.805-0.016,0.452 0.020,0.215 0.039,0.253 0.068,0.300 0.045,0.109 0.045,0.384 0.044,0.185 0.036,-0.028 0.032,-0.174 0.027,0.332 0.022,0.080 0.017,-0.099 0.013,-0.218 0.010,1.792 0.011,-0.051 0.006,-0.345 0.002,-1.328-0.004,-0.154-0.001,-0.280-0.001,-0.352-0.002,-0.078-0.002,-0.202-0.002,-0.278-0.002,-0.316-0.001,-0.046-0.001,-0.175-0.001,-0.256-0.001,-0.298-0.001,0.629-0.001,-0.268-0.001,-0.332-0.000,-0.494-0.000,-0.107 0.000,-0.156 0.000,-0.179 0.000,0.486 0.000,-0.037 0.000,-0.121 0.000,-0.308 0.000,-0.079 0.000,-0.140 0.000,-0.172 0.000,-0.183 0.000,0.227 0.000,0.068 0.000,-0.027 0.000,0.082 0.000,0.018 0.000,-0.070 0.000,-0.125 0.000,-1.308 0.000,1.524 0.037,0.037 0.058,-0.229 0.074,-0.009 0.066,-0.056 0.046,-0.086 0.031,0.111 0.071,0.028 0.042,-0.030 0.020,-0.069 0.004,0.419 0.192,-0.104 0.022,-0.168-0.014,-0.238-0.104,-0.115-0.041,-0.151-0.044,-0.165-0.043,1.735 0.884</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1127.000 625.000,'0.003'0.014,"0.005"0.021,0.006 0.024,0.006 0.023,0.005 0.021,0.004 0.018,0.004 0.014,0.003 0.011,0.002 0.008,0.001 0.005,0.001 0.003,0.000 0.002,0.000 0.001,0.000 0.000,-0.000-0.000,-0.000-0.001,-0.000-0.001,-0.000-0.001,-0.000-0.001,-0.000-0.001,-0.000-0.000,0.000-0.000,-0.000-0.000,0.000-0.000,0.000-0.000,0.027 0.018,0.039 0.023,0.044 0.026,0.043 0.025,0.038 0.022,0.032 0.019,-0.037-0.035,-0.017-0.002,-0.026-0.005,-0.029-0.007,-0.030-0.008,-0.020 0.012,-0.035-0.032,-0.030-0.034,-0.024-0.032,-0.018-0.029,-0.013-0.024,-0.009-0.019,-0.005-0.014,-0.003-0.010,-0.001-0.006,0.000-0.004,0.001-0.002,0.001-0.001,0.001 0.000,0.001 0.001,0.001 0.001,0.001 0.001,0.001 0.001,0.000 0.001,0.000 0.001,0.000 0.001,0.000 0.000,0.000 0.000,0.000 0.000,0.000 0.000,0.000 0.000,0.000 0.000,-0.000-0.000,0.000 0.000,0.000 0.000,0.000-0.000,-0.000 0.000,0.000-0.000,0.000 0.000,0.000 0.000,0.000-0.000,0.000 0.000,0.000 0.000,0.000 0.000,0.000 0.000,0.000 0.000,-0.030 0.004,-0.049 0.012,-0.056 0.013,-0.056 0.014,-0.052 0.013,-0.045 0.011,-0.038 0.009,-0.007-0.015,-0.046-0.009,-0.048-0.013,-0.028 0.034,-0.035 0.022,-0.010 0.008,0.007-0.003,-0.142 0.050,0.021 0.008,0.025 0.009,0.025 0.008,0.093-0.033,0.046-0.022,0.046-0.027,0.043-0.028,0.038-0.026,0.032-0.023,0.026-0.020,0.020-0.016,0.014-0.012,-0.036 0.005,-0.028 0.015,-0.035 0.021,-0.036 0.022,-0.033 0.021,-0.029 0.018,0.017 0.006,0.040-0.001,0.051-0.006,0.053-0.008,0.050-0.009,0.044-0.008,0.036-0.007,0.028-0.006,0.021-0.005,0.015-0.004,0.010-0.003,0.006-0.002,0.003-0.001,0.001-0.001,-0.000-0.000,-0.142 0.159</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815.000 685.000,'0.025'-0.006,"0.038"-0.010,0.044-0.011,0.043-0.011,0.040-0.010,0.034-0.009,0.028-0.007,0.022-0.005,0.016-0.004,0.012-0.003,0.008-0.002,0.005-0.001,0.002-0.001,-0.003 0.006,-0.008 0.010,-0.009 0.011,-0.010 0.011,-0.038 0.016,0.057 0.005,0.073 0.005,0.142 0.004,0.081 0.004,0.051 0.003,0.027 0.002,0.049 0.002,0.009 0.001,-0.020 0.001,-0.039 0.000,0.057 0.000,0.013 0.000,-0.017-0.000,-0.038-0.000,0.086-0.000,-0.032-0.000,-0.054-0.000,-0.065-0.000,-0.071-0.000,-0.054-0.000,-0.047-0.000,0.084-0.000,-0.039-0.000,-0.064-0.000,-0.074-0.000,-0.073-0.000,-0.067 0.000,-0.057 0.000,-0.046 0.000,-0.035 0.000,-0.026 0.000,-0.018 0.000,-0.011 0.000,-0.006 0.000,-0.003 0.000,-0.000 0.000,0.001 0.000,0.002 0.000,0.002 0.000,0.002 0.000,0.002 0.000,0.002 0.000,0.001 0.000,0.001 0.000,0.001 0.000,0.001 0.000,0.000 0.000,0.000 0.000,0.020 0.000,0.039 0.000,0.046 0.000,0.048 0.000,0.045 0.000,0.033 0.000,0.055 0.000,0.039 0.000,0.168 0.000,0.013 0.000,-0.010 0.000,-0.105 0.000,-0.025 0.000,-0.026 0.000,-0.025 0.000,0.123 0.000,0.024 0.000,0.001 0.000,-0.062 0.000,0.018 0.000,0.001 0.000,-0.010 0.000,1.549 0.000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974.000 947.000,'0.018'0.000,"0.028"0.000,0.032 0.000,0.032 0.000,0.030 0.000,0.026 0.000,0.021 0.000,0.017 0.000,0.013 0.000,0.009 0.000,0.006 0.000,0.004 0.000,0.002 0.000,-0.014 0.000,0.028 0.000,0.034 0.000,0.035 0.000,-0.000 0.000,0.008 0.000,0.002 0.000,-0.003 0.000,0.027 0.000,0.014 0.000,0.086 0.000,-0.016 0.000,-0.026 0.000,-0.030 0.000,-0.105 0.000,-0.014 0.000,-0.010 0.000,-0.007 0.000,-0.015 0.000,0.005 0.000,0.008 0.000,0.095 0.000,-0.013 0.000,-0.022 0.000,-0.025 0.000,-0.025 0.000,-0.023 0.000,-0.031 0.000,-0.027 0.000,-0.025 0.000,-0.022 0.000,-0.018 0.000,-0.014 0.000,-0.010 0.000,-0.007 0.000,-0.005 0.000,-0.003 0.000,-0.001 0.000,-0.000 0.000,0.000 0.000,0.001 0.000,0.001 0.000,0.001 0.000,0.001 0.000,0.001 0.000,0.001 0.000,0.000 0.000,0.000 0.000,0.000 0.000,0.000 0.000,0.000 0.000,0.000 0.000,0.000 0.000,0.000 0.000,0.000 0.000,0.010 0.000,0.013 0.000,0.014 0.000,0.014 0.000,0.012 0.000,0.010 0.000,0.008 0.000,0.006 0.000,0.004 0.000,0.003 0.000,0.002 0.000,0.001 0.000,-0.013 0.000,0.005 0.000,0.006 0.000,0.006 0.000,0.006 0.000,0.005 0.000,0.005 0.000,0.004 0.000,0.003 0.000,0.002 0.000,0.000 0.000,0.007 0.000,0.008 0.000,0.008 0.000,0.007 0.000,0.006 0.000,0.005 0.000,0.004 0.000,0.017 0.000,-0.027 0.000,-0.033 0.000,-0.033 0.000,-0.030 0.000,-0.026 0.000,-0.021 0.000,-0.016 0.000,-0.012 0.000,-0.008 0.000,-0.005 0.000,-0.003 0.000,-0.001 0.000,-0.000 0.000,0.000 0.000,0.001 0.000,0.001 0.000,0.001 0.000,0.001 0.000,0.001 0.000,0.009 0.000,0.019 0.000,0.021 0.000,0.021 0.000,0.020 0.000,0.017 0.000,0.014 0.000,0.011 0.000,0.009 0.000,0.006 0.000,0.010-0.003,-0.017-0.005,-0.021-0.005,-0.022-0.005,-0.020-0.004,-0.018-0.004,-0.014-0.003,-0.011-0.002,-0.008-0.002,-0.006-0.001,-0.004-0.001,-0.002-0.000,-0.001-0.000,-0.000 0.000,0.000 0.000,0.000 0.000,0.001 0.000,0.001 0.000,0.001 0.000,0.000 0.000,0.000 0.000,0.000 0.000,0.000 0.000,0.000 0.000,0.000 0.000,0.000 0.000,0.000 0.000,0.000 0.000,0.000 0.000,0.000 0.000,0.161-0.081</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980.000 913.000,'-0.005'-0.015,"-0.008"-0.023,-0.008-0.025,-0.008-0.024,-0.007-0.022,-0.006-0.018,-0.005-0.015,-0.004-0.011,-0.003-0.008,-0.002-0.005,-0.001-0.003,-0.001-0.002,-0.000-0.001,0.000 0.000,0.000 0.000,0.000 0.001,0.000 0.001,0.000 0.001,-0.001-0.019,-0.019-0.082,-0.023-0.099,-0.025-0.104,0.097 0.363,-0.160-0.713,-0.035-0.188,-0.031-0.143,0.002-0.215,0.023-0.074,0.033 0.020,0.063 0.173,0.023-0.054,0.022-0.008,0.020 0.024,0.017-0.114,0.015-0.045,0.012 0.006,0.010 0.041,0.007-0.137,0.005-0.040,0.004 0.030,0.003 0.076,0.004-0.503,0.001 0.002,-0.000 0.083,-0.003 0.330,-0.001 0.019,-0.001 0.069,-0.001 0.099,-0.000-0.350,-0.001 0.088,-0.001 0.135,0.080-0.038,0.043 0.066,0.017 0.140,-0.001 0.175,-0.033 0.137,-0.012-0.025,-0.013 0.003,-0.015 0.011,-0.013 0.035,-0.012 0.064,-0.011 0.081,-0.006-0.197,-0.011 0.044,-0.008 0.055,-0.005 0.184,-0.003 0.008,-0.002 0.019,-0.001 0.026,-0.002-0.233,-0.000-0.009,0.000 0.018,0.001 0.126,0.000-0.014,0.000 0.020,0.000 0.043,0.000 0.004,0.000 0.029,0.000 0.046,0.000 0.054,0.000-0.075,0.000 0.082,0.000 0.074,0.000 0.033,0.000 0.029,0.000 0.047,0.000 0.054,0.000 0.055,-0.000 0.052,0.000 0.046,-0.000 0.039,0.000 0.031,0.000 0.024,-0.002 0.023,-0.003 0.037,-0.003 0.034,-0.003 0.030,-0.003 0.024,-0.002 0.019,-0.002 0.014,-0.001 0.010,-0.001 0.006,-0.001 0.004,-0.000 0.002,-0.000 0.000,-0.000-0.000,0.000-0.001,0.000-0.001,0.000-0.001,0.000-0.001,0.000-0.001,0.000-0.001,0.000-0.001,0.000-0.000,0.000-0.000,0.000-0.000,0.000-0.000,0.000-0.000,0.000 0.000,0.000 0.000,0.000 0.000,0.000 0.000,0.000 0.000,0.000 0.000,0.000 0.000,0.000 0.000,0.000 0.000,0.000 0.000,0.000 0.000,0.000 0.000,0.000 0.000,0.000 0.000,0.000 0.000,0.000-0.000,0.000 0.000,0.000-0.000,0.000 0.000,0.000 0.000,0.000 0.000,-0.043 0.039,-0.065 0.059,-0.072 0.065,-0.070 0.064,-0.009 0.031,0.013 0.025,0.030 0.014,0.065-0.071,-0.003 0.031,-0.010 0.039,-0.063 0.048,-0.022 0.009,-0.001-0.003,0.014-0.011,-0.141 0.197,-0.041 0.063,-0.016 0.039,0.110-0.152,0.031-0.022,0.038-0.030,0.041-0.034,0.014-0.022,-0.005-0.012,-0.018-0.005,-0.026 0.001,-0.082 0.089,0.035-0.069,0.054-0.082,0.061-0.082,0.059-0.075,0.053-0.064,0.045-0.052,0.036-0.039,0.027-0.029,0.019-0.020,0.013-0.012,0.008-0.007,0.004-0.003,0.002-0.000,-0.000 0.001,-0.001 0.002,-0.002 0.003,-0.002 0.002,-0.002 0.002,-0.002 0.002,-0.001 0.002,-0.001 0.001,-0.001 0.001,-0.001 0.001,-0.000 0.000,-0.000 0.000,-0.000 0.000,-0.000 0.000,0.000-0.000,0.000-0.000,0.000-0.000,0.000-0.000,0.000-0.000,0.000-0.000,0.000-0.000,0.000 0.000,0.000-0.000,0.000 0.000,0.000 0.000,0.125-0.000</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981.000 838.000,'0.008'0.003,"0.012"0.004,0.013 0.004,0.013 0.004,0.012 0.004,0.010 0.003,0.008 0.003,0.006 0.002,0.004 0.001,0.003 0.001,0.002 0.001,0.001 0.000,0.000 0.000,0.000 0.000,-0.000-0.000,-0.000-0.000,-0.000-0.000,-0.000-0.000,-0.000-0.000,-0.000-0.000,-0.000-0.000,-0.000-0.000,-0.000 0.000,-0.000-0.000,-0.000 0.000,0.000 0.000,-0.000-0.000,0.000 0.000,0.000 0.000,0.000-0.000,0.000 0.000,0.000 0.000,0.000 0.000,0.000 0.000,0.019 0.053,0.032 0.082,0.036 0.093,-0.018-0.016,0.017 0.025,0.016 0.017,0.014 0.010,0.162 0.173,0.065 0.049,0.032 0.015,-0.093-0.117,-0.006-0.015,-0.010-0.018,-0.013-0.020,-0.014 0.034,-0.014 0.016,-0.013 0.002,-0.012-0.007,0.065 0.090,-0.008-0.022,-0.006-0.025,-0.031-0.054,-0.025-0.044,-0.027-0.044,-0.026-0.040,-0.023-0.035,-0.020-0.029,-0.016-0.023,-0.027-0.017,-0.025-0.005,-0.025-0.000,-0.023 0.003,-0.020 0.005,-0.017 0.006,-0.013 0.006,-0.010 0.005,-0.007 0.005,-0.005 0.004,0.955 0.587</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909.000 904.000,'0.023'0.000,"0.034"0.000,0.038 0.000,0.037 0.000,0.033 0.000,0.027 0.000,0.022 0.000,0.016 0.000,0.012 0.000,0.008 0.000,0.005 0.000,0.002 0.000,0.001 0.000,-0.000 0.000,-0.001 0.000,-0.001 0.000,-0.001 0.000,-0.001 0.000,-0.001 0.000,-0.001 0.000,-0.001 0.000,-0.000 0.000,-0.000 0.000,-0.000 0.000,-0.194 0.000,0.647 0.000,0.264 0.000,0.163 0.000,0.087 0.000,0.345 0.000,0.203 0.000,-0.289 0.000,0.026 0.000,-0.035 0.000,-0.076 0.000,-0.007 0.000,-0.065 0.000,-0.102 0.000,-0.122 0.000,0.193 0.000,-0.105 0.000,-0.108 0.000,-0.304 0.000,-0.087 0.000,-0.084 0.000,-0.077 0.000,0.117 0.000,-0.036 0.000,-0.045 0.000,-0.094 0.000,0.002 0.000,-0.010 0.000,-0.018 0.000,-0.023 0.000,-0.025 0.000,-0.025 0.000,-0.023 0.000,0.049 0.000,-0.032 0.000,-0.029 0.000,-0.025 0.000,-0.012 0.000,0.041 0.000,0.055 0.000,0.060 0.000,0.095 0.000,0.007 0.000,-0.014 0.000,-0.130 0.000,-0.023 0.000,-0.023 0.000,-0.022 0.000,0.051 0.000,0.002 0.000,-0.012 0.000,0.025 0.000,0.009 0.000,-0.002 0.000,0.043 0.000,0.019 0.000,0.001 0.000,-0.011 0.000,0.179 0.000,0.011 0.000,-0.020 0.000,1.493 0.000</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943.000 911.000,'0.000'0.018,"0.000"0.027,0.000 0.030,0.000 0.029,0.000 0.026,0.000 0.022,0.000 0.017,0.000 0.013,0.000 0.009,0.000 0.006,0.000 0.004,0.000 0.002,0.000 0.001,0.000-0.000,0.000-0.001,0.017-0.010,0.026 0.033,0.031 0.040,0.032 0.042,0.085 0.134,0.059 0.081,0.037 0.034,0.019 0.000,0.006-0.022,0.119 0.174,0.064 0.066,0.066 0.118,0.001-0.034,-0.019-0.093,-0.134-0.127,-0.024-0.014,-0.024-0.043,-0.023-0.061,0.061 0.135,-0.021-0.026,-0.017-0.041,-0.033-0.101,0.024 0.000,0.011-0.012,0.002-0.021,-0.018-0.025,-0.031-0.027,-0.039-0.027,-0.042-0.026,0.023 0.060,-0.017-0.025,-0.003-0.020,-0.049-0.089,0.003-0.011,0.005-0.009,0.006-0.007,0.126 0.064,0.018 0.001,-0.018 0.002,-0.005-0.038,0.027 0.021,0.012 0.026,0.002 0.028,0.061 0.018,0.021-0.004,-0.001-0.013,-0.016-0.019,-0.025-0.021,0.203 0.117,0.062 0.032,0.010 0.009,-0.106-0.038,-0.017 0.029,-0.042 0.013,0.039 0.050,-0.030-0.054,-0.021-0.070,-0.014-0.074,0.084-0.009,0.059-0.010,-0.143-0.038,-0.012 0.008,-0.021-0.009,-0.025-0.021,0.167 0.024,0.014-0.015,-0.036-0.010,-0.066-0.007,-0.110-0.049,-0.032-0.022,-0.024-0.025,1.957 0.228</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968.000 930.000,'0.018'0.006,"0.028"0.009,0.032 0.011,0.032 0.011,0.030 0.010,0.026 0.009,0.021 0.007,0.017 0.006,0.013 0.004,0.009 0.003,0.006 0.002,0.004 0.001,0.002 0.001,-0.043 0.015,-0.021 0.041,-0.024 0.050,-0.025 0.052,-0.009 0.054,-0.010 0.012,-0.004-0.003,0.000-0.013,0.003-0.018,0.005-0.021,0.005-0.021,0.023 0.025,0.027 0.042,0.030 0.054,0.009 0.019,0.005 0.013,-0.001 0.002,-0.005-0.005,-0.008-0.010,-0.008-0.012,-0.008-0.013,-0.025-0.034,-0.020-0.018,-0.022-0.017,-0.021-0.016,-0.020-0.014,0.022 0.066,0.040 0.079,0.055 0.079,0.041 0.022,0.034 0.000,-0.040 0.008,0.010 0.075,0.008 0.048,0.006 0.027,0.080 0.186,-0.002-0.054,-0.008-0.080,-0.011-0.088,-0.034-0.063,-0.044-0.042,-0.051-0.068,-0.051-0.078,-0.046-0.077,-0.039-0.069,-0.031-0.059,-0.024-0.047,-0.017-0.036,-0.012-0.026,-0.007-0.017,-0.004-0.011,-0.002-0.006,-0.000-0.002,0.001-0.000,0.001 0.001,0.002 0.002,0.002 0.002,0.001 0.002,0.001 0.002,0.001 0.002,0.001 0.001,0.000 0.001,0.000 0.001,0.000 0.000,0.000 0.000,0.000 0.000,0.000 0.000,-0.000 0.000,0.000-0.000,-0.000-0.000,-0.000-0.000,0.000-0.000,-0.000 0.000,0.000-0.000,-0.000-0.000,0.000-0.000,0.000 0.000,0.000 0.000,0.000 0.000,0.000 0.000,-0.000 0.000,0.000 0.000,0.000 0.000,-0.047 0.014,-0.081 0.026,-0.094 0.031,-0.096 0.031,-0.203 0.020,-0.118-0.005,-0.071-0.015,-0.159 0.005,-0.067 0.011,-0.019 0.016,0.011 0.018,0.258-0.035,0.010 0.018,0.025 0.021,-0.013 0.019,0.033-0.006,0.032-0.014,0.030-0.019,-0.203 0.010,0.038-0.038,0.070-0.035,0.083-0.030,0.127-0.026,0.063-0.016,0.054-0.012,0.044-0.009,-0.594-0.060</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1652.000 665.000,'0.011'0.000,"0.016"0.000,0.019 0.000,0.018 0.000,0.016 0.000,0.014 0.000,0.011 0.000,0.008 0.000,0.006 0.000,0.004 0.000,0.003 0.000,0.001 0.000,0.001 0.000,0.000 0.000,-0.000 0.000,-0.000 0.000,-0.001 0.000,-0.000 0.000,-0.000 0.000,-0.000 0.000,-0.000 0.000,-0.000 0.000,-0.000 0.000,-0.000 0.000,0.323 0.000,0.246 0.000,0.177 0.000,-0.698 0.000,1.088 0.000,0.185 0.000,0.077 0.000,0.104 0.000,0.057 0.000,-0.039 0.000,-0.232 0.000,-0.052 0.000,-0.095 0.000,-0.120 0.000,0.177 0.000,-0.154 0.000,-0.165 0.000,-0.255 0.053,-0.062 0.034,-0.066 0.019,-0.066 0.008,-0.009-0.001,-0.022-0.007,-0.030-0.010,-0.034-0.012,0.096-0.003,-0.024-0.017,-0.047-0.016,-0.059-0.014,-0.062-0.011,-0.059-0.009,-0.053-0.007,-0.045-0.005,-0.037-0.003,-0.029-0.002,1.161-0.026</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1680.000 660.000,'0.010'0.007,"0.016"0.010,0.018 0.012,0.017 0.011,0.016 0.010,0.013 0.009,0.011 0.007,0.008 0.006,0.006 0.004,0.004 0.003,0.003 0.002,0.002 0.001,0.001 0.000,0.000 0.000,-0.000-0.000,-0.000-0.000,-0.000-0.000,-0.001-0.000,-0.000-0.000,-0.000-0.000,-0.000-0.000,-0.000-0.000,-0.000-0.000,-0.000-0.000,-0.000-0.000,-0.005-0.004,-0.009-0.007,-0.011-0.008,-0.010-0.008,-0.009-0.007,-0.008-0.006,-0.006-0.005,-0.005-0.004,-0.004-0.003,-0.002-0.002,-0.001-0.001,-0.001-0.001,-0.000-0.000,0.000 0.000,0.000 0.000,0.000 0.000,0.000 0.000,0.000 0.000,0.000 0.000,0.000 0.000,0.000 0.000,0.000 0.000,0.000 0.000,0.000 0.000,0.000 0.000,0.000 0.000,0.000 0.000,0.000 0.000,0.000-0.000,0.000 0.000,0.000 0.000,0.000 0.000,0.000 0.000,0.000 0.000,0.000 0.000,0.000 0.000,-0.000 0.000,0.000 0.000,0.000-0.000,0.000 0.000,-0.017 0.005,-0.024 0.008,-0.027 0.010,-0.026 0.010,-0.024 0.009,-0.021 0.007,-0.017 0.006,-0.013 0.005,-0.010 0.003,-0.007 0.002,-0.004 0.002,-0.002 0.001,-0.001 0.000,-0.000 0.000,0.000-0.000,0.001-0.000,0.001-0.000,0.001-0.000,0.001-0.000,0.001-0.000,0.000-0.000,0.000-0.000,-0.044-0.008,-0.068-0.012,-0.077-0.013,-0.093 0.060,-0.128 0.070,-0.100 0.065,-0.075 0.058,-0.160 0.037,-0.104 0.021,-0.060 0.008,-0.026-0.001,-0.027 0.046,0.026 0.023,0.062 0.005,0.083-0.007,-3.389 1.570</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1708.000 669.000,'0.011'0.000,"0.016"0.000,0.019 0.000,0.018 0.000,0.016 0.000,0.014 0.000,0.011 0.000,0.008 0.000,0.006 0.000,0.004 0.000,0.003 0.000,0.001 0.000,0.001 0.000,0.000 0.000,-0.000 0.000,-0.000 0.000,-0.001 0.000,-0.000 0.000,-0.000 0.000,-0.000 0.000,-0.000 0.000,-0.000 0.000,-0.000 0.000,-0.000 0.000,0.026 0.000,0.067 0.000,0.079 0.000,0.082 0.000,-0.004 0.000,0.019 0.000,0.005 0.000,-0.004 0.000,0.091 0.000,-0.019 0.000,-0.023 0.000,-0.072 0.000,-0.037 0.000,-0.038 0.000,-0.035 0.000,-0.031 0.000,-0.026 0.000,-0.021 0.000,0.020 0.000,0.009 0.000,0.016 0.000,0.019 0.000,0.019 0.000,0.018 0.000,-0.011 0.000,-0.018 0.000,-0.025 0.000,-0.026 0.000,-0.025 0.000,-0.022 0.000,-0.018 0.000,-0.015 0.000,-0.011 0.000,-0.008 0.000,0.007 0.000,0.050 0.000,0.062 0.000,0.038 0.000,0.029 0.000,0.018 0.000,0.009 0.000,0.093 0.000,0.000 0.000,-0.006 0.000,1.001 0.000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1718.000 663.000,'0.011'0.004,"0.018"0.006,0.020 0.006,0.019 0.006,0.017 0.006,0.014 0.005,0.012 0.004,0.009 0.003,0.006 0.002,0.004 0.001,0.003 0.001,0.001 0.000,0.001 0.000,0.000 0.000,-0.000-0.000,-0.001-0.000,-0.001-0.000,-0.000-0.000,-0.000-0.000,-0.000-0.000,-0.000-0.000,-0.000-0.000,-0.000-0.000,0.009 0.003,0.019 0.006,0.021 0.007,0.021 0.007,0.019 0.006,0.016 0.005,0.013 0.004,0.010 0.003,0.007 0.003,0.005 0.002,0.003 0.001,-0.016-0.004,-0.017-0.003,-0.020-0.004,-0.020-0.004,-0.019-0.004,-0.016-0.003,-0.013-0.003,-0.011-0.002,-0.008-0.002,-0.006-0.001,-0.004-0.001,-0.002-0.000,-0.001-0.000,-0.000-0.000,0.000 0.000,0.000 0.000,0.040 0.042,0.051 0.059,0.056 0.066,0.055 0.064,0.011-0.016,0.038-0.014,0.030-0.006,-0.040-0.038,-0.057-0.040,-0.063-0.037,-0.061-0.032,-0.054-0.026,-0.045-0.020,-0.036-0.015,-0.027-0.010,-0.019-0.007,-0.013-0.004,-0.008-0.002,-0.004-0.000,-0.002 0.000,0.000 0.001,0.001 0.001,0.002 0.001,0.002 0.001,0.002 0.001,0.002 0.001,0.001 0.001,0.001 0.000,0.001 0.000,0.000 0.000,0.000 0.000,0.000 0.000,0.000 0.000,0.000 0.000,0.000-0.000,0.000-0.000,-0.000 0.000,0.000-0.000,-0.000 0.000,0.000-0.000,-0.000 0.000,0.000 0.000,0.000 0.000,0.000 0.000,0.000-0.000,0.000 0.000,0.000 0.000,0.000 0.000,0.000 0.000,0.000 0.000,0.000 0.000,0.000 0.000,0.000-0.000,0.000 0.000,0.000-0.000,0.000 0.000,-0.000 0.000,0.000 0.000,0.000-0.000,0.000 0.000,0.000 0.000,0.000 0.000,0.000-0.000,0.000 0.000,-0.000 0.000,0.000 0.000,0.000-0.000,0.000 0.000,-0.034 0.032,-0.056 0.054,-0.065 0.063,-0.066 0.064,0.016-0.019,-0.028 0.027,-0.024 0.023,-0.107 0.095,-0.011-0.007,0.001-0.022,0.009-0.029,0.013-0.032,0.014-0.031,0.014-0.028,-0.816 1.389</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677.000 838.000,'-0.017'-0.004,"-0.026"-0.006,-0.029-0.007,-0.028-0.007,-0.025-0.006,-0.021-0.005,-0.017-0.004,-0.013-0.003,-0.009-0.002,-0.006-0.001,-0.004-0.001,-0.002-0.000,-0.001-0.000,0.000 0.000,0.001 0.000,0.001 0.000,0.001 0.000,0.001 0.000,0.001 0.000,0.001 0.000,0.000 0.000,-0.561-0.085,-0.495-0.039,-0.227-0.049,-0.308-0.056,-0.192-0.036,-0.101-0.021,-0.115-0.043,-0.110-0.036,-0.020-0.016,0.043-0.002,-0.512-0.102,-0.098-0.027,0.034-0.003,-0.222-0.052,-0.057-0.016,0.056 0.008,-0.030 0.049,0.031 0.038,0.145 0.042,0.213 0.043,-0.548-0.116,0.106-0.001,0.190 0.019,-0.025-0.026,0.180 0.032,0.290 0.065,0.358 0.121,0.103 0.063,0.136 0.061,-0.289 0.039,0.135 0.061,0.216 0.048,0.247 0.037,0.246 0.027,0.224 0.018,-0.164 0.010,-0.128 0.006,-0.050 0.003,0.182-0.001,0.071-0.001,0.092-0.001,0.100-0.002,-0.653 0.028,-0.197 0.040,-0.018 0.046,0.332-0.002,0.141 0.001,0.165-0.007,-0.148 0.013,0.013 0.012,0.057 0.015,0.081 0.017,0.269-0.020,0.026 0.019,0.033 0.021,-0.320 0.070,0.026-0.015,0.056-0.030,0.070-0.036,-0.129 0.101,0.020 0.075,0.273-0.041,0.061 0.012,0.064 0.003,0.063-0.003,0.045-0.011,0.073-0.036,0.068-0.042,-1.151 0.348</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550.000 812.000,'0.006'0.023,"0.009"0.035,0.010 0.039,0.010 0.039,0.009 0.035,0.007 0.030,0.006 0.024,0.005 0.018,0.003 0.013,0.002 0.009,0.001 0.006,0.001 0.003,0.000 0.001,0.000 0.000,-0.000-0.001,-0.063 0.029,-0.094 0.050,-0.107 0.057,-0.013 0.035,-0.012 0.050,0.006 0.023,-0.050 0.099,-0.038 0.057,-0.023 0.013,-0.011-0.017,0.001 0.012,0.031-0.010,0.040-0.007,-0.065 0.145,0.011-0.009,0.033-0.045,0.042-0.080,0.049-0.111,0.047-0.113,0.041-0.105,0.034-0.091,0.027-0.075,0.021-0.058,0.015-0.043,0.010-0.030,0.006-0.020,0.003-0.012,0.001-0.006,-0.000-0.002,-0.001 0.001,-0.001 0.003,-0.001 0.003,-0.001 0.003,-0.001 0.003,-0.001 0.003,-0.001 0.002,-0.001 0.002,-0.000 0.001,-0.000 0.001,-0.000 0.001,-0.000 0.000,-0.000 0.000,0.000 0.000,0.000-0.001,0.016 0.115,0.026 0.048,0.032 0.025,0.283 0.199,0.185 0.069,0.124 0.029,0.198 0.068,0.163 0.070,0.102 0.045,0.195 0.077,0.019 0.009,-0.045-0.005,-0.025 0.015,-0.094-0.058,-0.129-0.098,-0.139-0.114,-0.134-0.115,-0.120-0.105,-0.032-0.001,0.009 0.013,0.008 0.009,0.023 0.001,-0.040-0.041,-0.049-0.050,-0.051-0.023,-0.047-0.005,-0.041 0.007,-0.063-0.026,-0.032-0.022,-0.027-0.027,-0.022-0.028,1.650 1.097</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722.000 855.000,'0.026'-0.007,"0.040"-0.010,0.045-0.011,0.044-0.011,0.040-0.010,0.034-0.009,0.028-0.007,0.021-0.005,0.015-0.004,0.011-0.003,0.007-0.002,0.004-0.001,0.002-0.000,-0.008 0.048,0.023 0.066,0.402 0.215,0.229 0.110,0.116 0.038,0.177 0.102,0.032 0.049,-0.060 0.012,-0.003-0.045,0.006-0.020,-0.038-0.025,-0.020 0.002,-0.131-0.030,-0.140-0.027,-0.134-0.052,-0.119-0.062,-0.099-0.064,-0.079-0.059,-0.060-0.051,-0.043-0.042,0.625-0.092</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735.000 858.000,'-0.013'0.010,"-0.019"0.015,-0.022 0.016,-0.021 0.016,-0.019 0.015,-0.016 0.012,-0.013 0.010,-0.010 0.008,-0.007 0.005,-0.005 0.004,-0.003 0.002,-0.002 0.001,-0.001 0.001,-0.000 0.000,0.000-0.000,0.001-0.000,0.001-0.000,0.001-0.000,0.001-0.000,0.000-0.000,0.000-0.000,0.000-0.000,0.000-0.000,0.000-0.000,0.000-0.000,0.000-0.000,0.000 0.000,-0.209 0.296,-0.156 0.205,-0.109 0.131,-0.155 0.242,-0.086 0.122,-0.037 0.038,0.103-0.081,0.008 0.032,0.037-0.014,0.055-0.044,-0.048 0.047,-0.010-0.021,-0.001-0.040,-0.122 0.066,-0.028-0.061,-0.000-0.090,-0.124 0.198,-0.009 0.016,0.026-0.059,-0.011-0.016,0.051-0.072,0.085-0.101,0.071-0.054,0.056-0.105,0.043-0.127,0.023-0.055,0.012-0.027,0.034-0.032,-0.160-0.004,-0.032-0.037,0.023-0.034,-0.057 0.027,-0.018-0.022,0.008-0.050,0.064 0.054,-0.021 0.061,-0.003 0.030,-0.080 0.085,0.074-0.018,0.089-0.033,0.063-0.067,0.041-0.083,0.025-0.086,0.073-0.048,0.001-0.015,0.019-0.026,0.030-0.032,-0.114 0.036,-0.045 0.003,-0.008-0.014,-0.097 0.007,0.007-0.005,0.043-0.002,0.062 0.000,-0.055 0.080,0.025 0.014,0.045-0.019,0.082-0.082,-0.061 0.001,-0.046 0.006,-0.188 0.048,0.032-0.027,0.063-0.036,0.078-0.039,0.123-0.044,-0.015 0.003,-0.015 0.012,-0.097 0.011,-0.032-0.007,-0.010-0.013,0.005-0.017,-0.049-0.008,0.059-0.022,0.070-0.021,0.072-0.018,-0.332 0.121,-0.154 0.097,-0.078 0.024,-0.000-0.005,0.067-0.027,0.020-0.039,0.072-0.043,0.099-0.042,-1.551 0.057</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668.000 885.000,'0.000'0.017,"0.000"0.026,0.000 0.030,0.000 0.030,0.000 0.027,0.000 0.023,0.000 0.019,0.000 0.015,0.000 0.011,0.000 0.008,0.000 0.005,0.000 0.003,0.000 0.001,0.000 0.000,0.000-0.000,0.000-0.001,0.000-0.001,0.000-0.001,0.000-0.001,0.000 0.004,0.000 0.048,0.000 0.057,0.000 0.210,0.000 0.169,0.000 0.131,0.000 0.191,0.000-0.014,0.000-0.065,-0.011-0.199,-0.017-0.091,-0.020-0.092,-0.021-0.086,-0.020-0.077,-0.018-0.066,-0.022-0.019,-0.017 0.001,-0.015 0.020,-0.012 0.031,-0.010 0.036,-0.014 0.050,0.021-0.029,0.028-0.046,0.030-0.052,0.028-0.052,0.025-0.047,0.021-0.041,0.017-0.033,0.013-0.025,0.009-0.019,0.006-0.013,0.004-0.011,0.002-0.010,0.001-0.008,-0.000-0.006,-0.001-0.005,-0.001-0.003,-0.001-0.002,-0.001-0.001,-0.001-0.000,-0.001-0.000,-0.001 0.000,-0.000 0.000,-0.000 0.000,-0.000 0.000,-0.000 0.000,-0.000 0.000,0.000 0.000,0.000 0.000,0.000 0.000,0.000 0.000,0.000 0.000,0.000 0.000,0.000 0.000,0.000-0.000,0.000 0.000,0.000 0.000,0.000 0.000,0.000 0.000,0.000 0.000,0.000 0.000,0.000-0.000,0.000 0.000,0.000 0.000,0.000 0.000,0.000 0.000,0.000 0.000,0.000 0.000,0.000 0.000,0.000-0.000,0.028 0.051,0.043 0.079,0.048 0.089,0.013-0.049,0.055 0.003,0.062-0.009,0.150 0.120,0.063 0.036,0.043 0.014,0.027-0.001,-0.074-0.080,0.002-0.001,-0.020 0.001,0.001 0.004,-0.029-0.027,-0.029-0.034,-0.027-0.037,0.075-0.024,0.020-0.041,0.006-0.037,1.544-0.028</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769.000 880.000,'0.009'0.014,"0.014"0.021,0.016 0.024,0.016 0.024,0.014 0.022,0.012 0.019,0.010 0.015,0.008 0.012,0.006 0.009,0.004 0.006,0.003 0.004,0.002 0.002,0.001 0.001,0.000 0.000,-0.000-0.000,-0.000-0.001,-0.000-0.001,-0.001-0.001,0.035 0.003,0.064 0.019,0.075 0.023,-0.025-0.044,0.027-0.009,0.021-0.014,0.132 0.075,0.009 0.053,-0.004 0.065,-0.012 0.012,-0.016-0.023,-0.017-0.042,-0.030-0.050,-0.036-0.051,-0.036-0.047,-0.033-0.041,-0.029-0.034,-0.024-0.026,-0.022-0.017,-0.030-0.011,-0.027-0.005,-0.023-0.001,-0.019 0.001,-0.014 0.003,-0.011 0.003,-0.007 0.003,-0.005 0.003,-0.003 0.003,-0.001 0.002,-0.000 0.002,0.000 0.001,0.001 0.001,0.001 0.000,0.001 0.000,0.001 0.000,0.001 0.000,0.001-0.000,0.000-0.000,0.000-0.000,0.000-0.000,0.000-0.000,0.000-0.000,0.000-0.000,0.000-0.000,0.000 0.000,-0.000-0.000,0.000 0.000,0.000 0.000,-0.000 0.000,0.000 0.000,0.000 0.000,-0.000 0.000,0.000 0.000,-0.003-0.002,-0.005-0.004,-0.006-0.004,-0.005-0.004,-0.005-0.004,-0.004-0.003,-0.003-0.003,-0.002-0.002,-0.002-0.001,-0.001-0.001,-0.001-0.001,-0.000-0.000,-0.000-0.000,0.000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0.000,0.017 0.000,0.032 0.000,0.038 0.000,0.040 0.000,0.038 0.000,0.035 0.000,0.044 0.000,0.017 0.000,0.009 0.000,0.002 0.000,-0.001 0.000,-0.027 0.000,-0.031 0.000,-0.032 0.000,-0.030 0.000,-0.026 0.000,-0.021 0.000,-0.017 0.000,-0.013 0.000,-0.009 0.000,-0.006 0.000,-0.004 0.000,0.024-0.030,0.033-0.045,0.037-0.050,0.037-0.049,0.033-0.044,0.028-0.037,-0.000-0.002,-0.022 0.024,-0.031 0.035,-0.034 0.039,-0.033 0.038,-0.029 0.034,-0.024 0.028,-0.019 0.022,-0.014 0.017,-0.010 0.012,-0.007 0.008,-0.004 0.005,-0.002 0.002,-0.001 0.001,0.000-0.000,0.001-0.001,0.001-0.001,0.001-0.001,0.001-0.001,0.001-0.001,-0.009-0.001,-0.015-0.001,-0.017-0.000,-0.016-0.000,-0.014-0.000,-0.012-0.000,-0.010-0.000,-0.007-0.000,-0.005 0.000,-0.003 0.000,-0.002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0.000,-2.147 1.000</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779.000 888.000,'-0.014'0.042,"-0.021"0.064,-0.024 0.073,-0.024 0.072,-0.022 0.065,-0.018 0.056,0.007 0.035,0.008 0.062,0.013 0.061,0.015 0.055,-0.082 0.287,-0.065 0.193,-0.050 0.119,-0.020 0.001,-0.027 0.087,-0.001 0.020,0.016-0.028,-0.090 0.471,0.007 0.105,0.033 0.005,0.010-0.013,-0.025 0.114,-0.015 0.026,-0.086 0.243,-0.024-0.019,0.002-0.112,0.020-0.167,0.031-0.194,0.020 0.036,0.035-0.097,0.032-0.141,0.028-0.160,0.125-0.446,-0.005 0.045,-0.160 0.916,0.034 0.004,0.049-0.099,0.047-0.148,0.030-0.160,0.022-0.190,0.016-0.194,0.010-0.181,0.006-0.159,0.012-0.033,0.023-0.067,0.024-0.068,0.023 0.133,0.021 0.078,0.017 0.038,-0.059 0.153,-0.032 0.083,-0.011-0.001,-0.071 0.161,-0.030 0.031,-0.001-0.054,0.017-0.105,0.027 0.024,0.032-0.043,0.033-0.082,0.041-0.098,0.021-0.008,0.018-0.036,0.015 0.089,0.013-0.003,0.011-0.043,0.008-0.068,0.006 0.014,0.004-0.044,0.002-0.059,0.002 0.125,0.000 0.007,-0.000-0.035,-0.002-0.077,-0.001-0.026,-0.001-0.046,-0.001-0.057,-0.001 0.091,-0.001 0.020,-0.001-0.013,-0.000 0.088,-0.001-0.023,-0.000-0.024,-0.000-0.152,-0.000-0.057,-0.000-0.061,0.000-0.059,0.000-0.054,0.000 0.083,0.000 0.064,0.000 0.310,0.000 0.088,0.000 0.004,-0.028 0.064,-0.043 0.012,-0.048-0.021,-0.084-0.023,-0.043 0.003,-0.010-0.020,-0.086 0.151,-0.014-0.024,0.021-0.091,0.041-0.124,0.050-0.134,0.051-0.129,0.048 0.066,0.042 0.013,0.034-0.020,-0.057 0.128,-0.024 0.042,-0.002-0.015,-0.072 0.202,-0.026 0.068,0.005-0.021,0.024 0.011,0.033-0.055,0.036-0.091,0.035-0.130,0.031-0.143,0.027-0.139,0.021-0.125,0.016-0.106,0.012-0.085,0.008-0.065,0.005-0.048,0.003-0.033,0.001-0.021,0.000-0.012,-0.001-0.005,-0.001-0.001,-0.001 0.002,-0.001 0.004,-0.001 0.004,-0.001 0.004,-0.001 0.004,-0.001 0.004,-0.000 0.003,-0.000 0.002,-0.000 0.002,-0.000 0.001,-0.000 0.001,0.000 0.026,0.000 0.049,0.000 0.058,0.000 0.060,0.000 0.008,0.000 0.023,0.000 0.015,0.000 0.009,0.000 0.038,0.000 0.039,0.000 0.026,0.000 1.011</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755.000 993.000,'0.000'0.014,"0.000"0.021,0.000 0.024,0.000 0.023,0.000 0.021,0.000 0.017,0.000 0.014,0.000 0.010,0.000 0.007,0.000 0.005,0.000 0.003,0.000 0.002,0.000 0.001,0.000-0.000,0.000-0.000,0.000-0.001,0.000-0.001,0.000-0.001,0.000-0.001,0.000-0.010,0.000 0.034,0.000 0.042,0.000 0.045,0.000 0.132,0.000 0.098,0.000 0.076,0.018 0.093,0.029 0.021,0.033-0.001,0.034-0.015,0.001-0.094,0.027 0.033,0.029 0.026,0.037 0.080,-0.002-0.028,-0.014-0.045,-0.021-0.054,-0.008-0.007,-0.032-0.092,-0.030-0.089,-0.027-0.080,-0.023-0.069,-0.018-0.056,-0.014-0.044,-0.010-0.033,-0.007-0.023,-0.005-0.015,-0.003-0.009,0.001-0.006,0.005-0.013,0.006-0.012,0.006-0.010,0.006-0.008,0.005-0.006,0.004-0.005,0.003-0.003,0.002-0.002,0.002-0.001,0.001-0.000,0.001-0.000,0.000 0.000,0.000 0.000,-0.000 0.000,-0.000 0.000,-0.000 0.000,-0.000 0.000,-0.000 0.000,-0.000 0.000,-0.000 0.000,-0.000 0.000,-0.000 0.000,-0.000 0.000,0.000 0.000,-0.000 0.000,0.000-0.000,0.000 0.000,0.000 0.000,0.000 0.000,0.000 0.000,0.000-0.000,0.000 0.000,0.000 0.000,0.000 0.000,0.000 0.000,0.000 0.000,0.000 0.000,-0.000 0.000,0.000 0.000,0.000 0.000,0.000 0.000,0.000 0.000,0.000-0.000,0.000 0.000,-0.000 0.000,0.000 0.000,0.000-0.000,0.000 0.000,0.000 0.000,0.000 0.000,-0.000 0.000,0.000 0.000,0.000 0.000,0.000-0.000,0.000 0.000,0.000 0.000,0.000 0.000,-0.000-0.000,0.000 0.000,0.000 0.000,0.000 0.000,0.000 0.000,0.000 0.000,-0.000 0.000,0.000-0.000,0.000 0.000,0.000 0.000,0.000 0.000,-0.000-0.000,0.000 0.000,0.000 0.000,0.000 0.000,0.000 0.000,0.000 0.000,-0.000 0.000,0.000-0.000,0.000 0.000,0.000 0.000,0.000 0.000,-0.000-0.000,0.000 0.000,0.000 0.000,0.000 0.000,0.000 0.000,0.000 0.000,-0.000 0.000,0.000-0.000,0.178-0.183,0.106-0.112,0.053-0.059,0.015-0.022,-0.009 0.003,-0.023 0.018,0.124-0.100,0.036-0.080,-0.021-0.061,0.069 0.022,0.022 0.007,-0.029 0.021,-0.060 0.105,0.003 0.027,-0.011 0.027,-0.020 0.025,0.131-0.109,-0.026 0.012,-0.057 0.038,-0.071 0.051,-0.075 0.055,-0.071 0.053,-0.063 0.048,-0.053 0.041,-0.043 0.033,-0.033 0.026,-0.024 0.019,-0.016 0.013,-0.010 0.009,-0.006 0.005,-0.003 0.002,0.079 0.016,0.090-0.011,0.085-0.021,0.078-0.028,0.333-0.144,0.123-0.048,0.061-0.005,2.775-0.800</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1037.000 860.000,'0.028'0.007,"0.043"0.011,0.048 0.012,0.048 0.012,0.043 0.011,0.037 0.009,0.030 0.007,0.023 0.006,0.017 0.004,0.012 0.003,0.008 0.002,0.004 0.001,0.170 0.105,0.090 0.077,0.033 0.053,0.163 0.012,0.036-0.025,-0.038-0.042,-0.080-0.049,-0.098-0.048,-0.101-0.044,-0.094-0.038,0.043 0.030,0.080 0.020,0.061 0.005,-0.054-0.009,0.029 0.018,0.024 0.021,0.171 0.054,-0.008-0.010,-0.025-0.022,-0.034-0.028,-0.009 0.005,-0.065 0.010,-0.066 0.019,0.024-0.005,-0.007-0.019,-0.026-0.026,-0.017-0.047,0.049-0.019,0.019-0.017,0.130 0.008,0.050 0.019,0.026 0.028,0.012 0.006,-0.006-0.001,-0.039-0.008,-0.058-0.012,-0.101-0.019,-0.062-0.014,-0.060-0.013,-0.055-0.012,0.092-0.007,-0.007-0.013,-0.019-0.010,-0.077-0.008,-0.029-0.005,-0.029-0.003,-0.027-0.002,-0.055-0.001,-0.009-0.001,-0.005-0.000,0.093-0.001,-0.005 0.000,-0.006 0.001,-0.021 0.001,-0.028 0.001,-0.030 0.001,-0.029 0.001,-0.025 0.000,-0.021 0.000,0.394 0.001</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1053.000 867.000,'0.015'0.023,"0.024"0.036,0.027 0.041,0.028 0.041,0.026 0.038,0.022 0.033,0.019 0.028,0.015 0.022,0.011 0.017,0.008 0.012,-0.002 0.053,-0.023 0.051,-0.028 0.054,-0.029 0.135,-0.028 0.090,-0.024 0.055,-0.006 0.210,0.006 0.120,0.012 0.055,0.016 0.010,0.016-0.018,0.015-0.034,0.083 0.084,0.034-0.017,0.001-0.078,0.065 0.142,0.014 0.014,-0.018-0.065,-0.036 0.226,-0.044 0.052,-0.046-0.060,-0.053-0.188,-0.030-0.087,-0.026-0.113,-0.021-0.123,-0.019-0.124,-0.010-0.011,-0.008-0.026,-0.008 0.170,-0.006-0.084,-0.003-0.090,0.111 0.110,0.088 0.056,0.066 0.018,-0.026-0.167,-0.004-0.048,-0.016-0.057,-0.023-0.060,-0.004 0.027,-0.038-0.066,-0.036-0.056,0.015 0.762</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1044.000 895.000,'0.000'0.042,"0.000"0.064,0.000 0.073,0.000 0.072,0.000 0.065,0.000 0.056,0.026 0.031,0.041 0.034,0.047 0.027,0.047 0.020,0.043 0.014,0.037 0.009,0.152 0.120,0.112 0.067,0.083 0.039,-0.001 0.023,0.056 0.093,0.030 0.057,0.010 0.029,0.074 0.103,0.005 0.022,-0.024-0.011,0.049-0.032,0.019-0.042,-0.020-0.072,-0.046-0.087,0.051 0.009,-0.050-0.094,-0.074-0.112,-0.085-0.116,-0.085-0.110,-0.080-0.099,-0.071-0.085,-0.037-0.063,-0.057-0.064,-0.043-0.046,-0.031-0.031,-0.021-0.020,-0.013-0.011,-0.007-0.004,-0.003-0.000,0.000 0.003,0.002 0.004,0.003 0.005,0.003 0.004,0.003 0.004,0.003 0.003,0.002 0.003,0.002 0.002,0.001 0.002,0.001 0.001,0.001 0.001,0.000 0.000,0.000 0.000,0.000 0.000,0.000-0.000,-0.000-0.000,0.000-0.000,-0.000-0.000,0.443-0.209,0.340-0.159,0.234-0.115,0.148-0.079,0.498-0.271,0.060-0.089,-0.065-0.034,-0.181 0.058,-0.010-0.026,-0.047-0.001,-0.130 0.065,-0.056 0.020,-0.100 0.045,-0.124 0.060,0.147-0.103,-0.134 0.066,-0.172 0.087,-0.184 0.094,-0.178 0.091,-0.161 0.083,-0.013-0.483</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1111.000 817.000,'0.007'-0.021,"0.010"-0.031,0.012-0.035,0.011-0.034,0.010-0.030,0.009-0.025,0.007-0.020,0.005-0.015,0.004-0.011,0.002-0.007,0.001-0.004,0.001-0.002,0.000-0.001,-0.005 0.029,0.017-0.028,0.021-0.035,0.022-0.037,0.034-0.168,0.030-0.095,0.028-0.048,0.196-0.351,0.070-0.132,0.003-0.033,-0.038 0.031,0.178-0.200,0.082-0.062,0.272-0.354,0.154-0.155,0.055 0.006,0.129-0.035,-0.004 0.110,-0.085 0.190,0.043 0.211,0.020 0.137,-0.046 0.143,-0.085 0.137,-0.029 0.097,0.002 0.035,-0.029 0.035,0.320-0.102,0.007 0.085,-0.088 0.122,-0.169 0.105,-0.012 0.028,-0.019 0.034,-0.047 0.057,-0.055 0.040,-0.085 0.038,-0.100 0.035,0.121-0.058,-0.032 0.020,-0.066 0.043,0.061 0.007,0.040 0.011,-0.015 0.030,0.184 0.007,-0.013 0.058,-0.048 0.057,-0.010 0.051,-0.069 0.043,-0.100 0.035,-0.110 0.027,-0.108 0.020,-0.097 0.014,0.050 0.008,0.045 0.005,0.014 0.002,-0.006 0.001,0.043-0.003,0.127-0.001,0.081-0.001,0.284-0.000,0.067-0.001,-0.003-0.001,-0.050-0.001,0.033-0.001,0.043-0.001,-0.001-0.001,-0.032-0.000,0.349 0.024,0.053 0.038,0.007 0.044,-0.097 0.075,0.056 0.070,0.002 0.052,0.300 0.069,0.011 0.018,-0.074 0.002,-0.126-0.008,0.133 0.036,-0.129-0.014,-0.145-0.015,0.081 0.042,-0.038-0.011,-0.109-0.042,-0.325-0.048,-0.057 0.016,-0.090 0.006,-0.107-0.002,0.331 0.143,-0.034-0.009,-0.101-0.047,-0.309-0.084,-0.019 0.017,-0.022 0.010,0.221 0.104,-0.046-0.006,-0.079-0.015,0.234 0.093,0.064 0.019,-0.008-0.009,0.005 0.031,-0.072-0.031,-0.113-0.067,-0.031-0.006,-0.028 0.004,-0.066-0.010,0.076 0.013,-0.018-0.027,-0.037-0.028,0.038 0.113,-0.002 0.022,-0.027-0.035,0.002 0.030,-0.064-0.016,-0.100-0.043,-0.113-0.056,-0.112-0.059,-0.102-0.056,0.030-0.053,0.001-0.017,-0.035-0.007,0.078 0.018,0.013 0.004,-0.010 0.006,-0.042-0.012,-0.058-0.022,-0.063-0.026,-0.061-0.027,-0.054-0.025,-0.046-0.022,-0.037-0.018,-0.028-0.014,-0.020-0.010,0.005-0.003,0.020 0.002,0.027 0.005,0.030 0.006,0.029 0.007,0.026 0.006,0.870 0.426</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1246.000 793.000,'0.010'0.020,"0.015"0.030,0.017 0.034,0.017 0.034,0.015 0.031,0.013 0.026,0.011 0.021,0.008 0.016,0.006 0.012,0.004 0.008,0.003 0.005,0.001 0.003,0.001 0.001,0.000 0.000,-0.000-0.000,-0.000-0.001,-0.000-0.001,0.008 0.016,0.016 0.033,0.019 0.037,0.019 0.037,0.028 0.139,0.026 0.096,0.024 0.065,0.021 0.124,0.017 0.066,0.014 0.025,-0.046-0.164,0.001-0.046,-0.000-0.056,-0.001-0.059,-0.008-0.037,-0.028-0.050,-0.033-0.042,-0.017 0.017,-0.043-0.036,-0.038-0.028,-0.033-0.038,-0.030-0.057,-0.024-0.057,-0.018-0.052,-0.013-0.044,-0.009-0.035,-0.005-0.027,-0.003-0.020,-0.001-0.013,0.000-0.008,0.001-0.005,0.001-0.002,0.001-0.000,0.001 0.001,0.001 0.002,0.001 0.002,0.001 0.002,0.001 0.002,0.000 0.001,0.000 0.001,0.000 0.001,0.000 0.001,0.000 0.000,0.000 0.000,0.000 0.000,-0.000 0.000,0.000 0.000,0.000-0.000,0.000-0.000,-0.000-0.000,0.000 0.000,0.000-0.000,-0.065 0.014,-0.101 0.022,-0.113 0.025,-0.111 0.024,-0.100 0.022,-0.344 0.138,-0.353 0.075,-0.161 0.022,-0.026-0.013,-0.176 0.082,0.068 0.012,0.155-0.016,0.195-0.033,0.204-0.040,0.192-0.041,0.127-0.053,0.076-0.055,0.038-0.052,0.056-0.042,0.081-0.036,0.081-0.027,0.074-0.020,0.064-0.013,0.051-0.008,0.039-0.004,0.029-0.002,0.020 0.000,0.013 0.001,0.007 0.002,0.003 0.002,0.000 0.002,-0.001 0.002,-0.002 0.001,-0.002 0.001,-0.002 0.001,-0.002 0.001,-0.002 0.000,-0.002 0.000,-0.001 0.000,-0.001 0.000,-0.001 0.000,-0.000-0.000,-0.000 0.000,-0.000-0.000,0.000-0.000,0.000-0.000,0.000-0.000,0.000-0.000,0.000 0.000,0.000 0.000,0.000 0.000,0.000-0.000,0.000 0.000,0.000 0.000,0.000 0.000,0.000 0.000,0.000 0.000,0.000-0.000,-0.000 0.000,-0.060 0.060</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367.000 527.000,'0.168'0.000,"0.257"0.000,0.290 0.000,-0.016 0.000,0.105 0.000,0.084 0.000,0.064 0.000,0.819 0.000,0.375 0.000,0.219 0.000,-0.056 0.000,0.133 0.000,0.004 0.000,-0.083 0.000,0.635 0.000,0.010 0.000,-0.106 0.000,0.027 0.000,-0.145 0.000,-0.239 0.000,-0.626 0.000,-0.164 0.000,-0.194 0.000,-0.204 0.000,3.419 0.000</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388.000 492.000,'0.045'-0.067,"0.067"-0.101,0.075-0.113,0.073-0.110,-0.042 0.008,-0.003-0.086,-0.014-0.088,0.043-0.453,0.005-0.227,0.010-0.148,0.070 0.031,0.095-0.155,0.070-0.080,0.049-0.024,0.150-0.364,0.065-0.094,0.033 0.004,0.010 0.069,-0.006 0.109,0.307-0.492,0.102-0.030,0.046 0.072,0.136-0.352,0.024-0.107,-0.187 0.533,0.067-0.004,0.018 0.065,-0.017 0.109,0.537-0.574,0.059 0.115,-0.038 0.201,-0.236 0.536,0.051 0.097,-0.013 0.119,-0.057 0.128,0.208-0.032,0.115 0.018,0.044 0.052,-0.007 0.072,0.304-0.143,0.184-0.072,0.091-0.019,0.021 0.018,0.358-0.182,0.200-0.099,0.080-0.036,-0.008 0.009,1.346-0.732,0.173-0.018,-0.064 0.126,0.382-0.131,0.038 0.057,-0.177 0.168,-0.482 0.327,0.212-0.043,-0.005 0.044,-0.155 0.102,0.028 0.044,-0.166 0.107,-0.291 0.146,-0.363 0.164,-0.141 0.116,-0.245 0.129,-0.304 0.131,-0.329 0.126,0.315-0.122,-0.412 0.182,-0.411 0.193,-0.601 0.207,-0.198 0.052,-0.208 0.050,-0.204 0.046,-0.001-0.017,-0.182 0.068,-0.162 0.061,-0.137 0.053,-0.111 0.043,-0.086 0.034,-0.063 0.025,-0.044 0.018,0.015-0.221</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521.000 366.000,'0.026'0.000,"0.040"0.000,0.046 0.000,0.046 0.000,0.043 0.000,0.037 0.000,0.031 0.000,0.025 0.000,0.019 0.000,-0.004 0.000,0.101 0.000,0.116 0.000,0.121 0.000,0.118 0.000,0.381 0.000,0.237 0.000,0.158 0.000,0.094 0.000,0.271 0.000,0.167 0.000,0.085 0.000,0.024 0.000,0.930 0.000,0.082 0.000,-0.105 0.000,-0.527 0.000,-0.027 0.000,-0.113 0.000,-0.168 0.000,0.398 0.000,-0.303 0.000,-0.355 0.000,-0.249 0.000,-0.345 0.000,-0.329 0.000,-0.290 0.000,-0.241 0.000,-0.189 0.000,-0.141 0.000,-0.099 0.000,-0.065 0.000,-0.039 0.000,-0.020 0.000,-0.006 0.000,0.002 0.000,0.007 0.000,0.010 0.000,0.010 0.000,0.010 0.000,0.008 0.000,0.007 0.000,0.005 0.000,0.004 0.000,-0.016 0.032,-0.020 0.049,-0.024 0.057,-0.025 0.058,-0.023 0.054,-0.021 0.048,-0.018 0.040,-0.014 0.149,-0.041 0.153,-0.046 0.112,-0.048 0.077,-0.207 0.534,-0.078 0.140,-0.031 0.016,0.133-0.237,0.036 0.021,0.046-0.015,0.051-0.039,-0.002 0.079,0.015-0.002,0.026-0.059,0.032-0.095,-0.089 0.376,0.009-0.055,0.031-0.131,0.037-0.142,0.049-0.198,0.047-0.189,0.042-0.166,0.023 0.508</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761.000 360.000,'0.056'0.000,"0.086"0.000,0.097 0.000,0.095 0.000,0.087 0.000,0.074 0.000,0.060 0.000,0.046 0.000,0.034 0.000,-0.182 0.000,0.169 0.000,0.819 0.000,0.414 0.000,0.349 0.000,0.531 0.000,0.308 0.000,0.243 0.000,0.855 0.000,0.848 0.000,0.456 0.000,0.160 0.000,2.195 0.000,0.042 0.000,-0.407 0.000,0.038 0.000,-0.672 0.000,-0.900 0.000,-0.958 0.000,-1.698 0.000,-0.355 0.000,-0.342 0.000,-0.131 0.000,-0.317 0.000,-0.318 0.000,-0.302 0.000,0.063 0.000,-0.339 0.000,-0.290 0.000,-0.234 0.000,0.070 0.000</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847.000 364.000,'0.026'0.013,"0.039"0.020,0.044 0.022,0.044 0.022,0.040 0.020,0.034 0.017,0.028 0.014,0.022 0.011,0.016 0.008,0.011 0.006,0.007 0.004,0.004 0.002,0.002 0.001,0.060 0.044,0.088 0.066,0.099 0.074,0.145 0.093,0.160 0.088,0.101 0.043,0.055 0.010,0.687 0.208,0.274 0.053,0.114 0.018,0.254 0.096,0.184 0.081,0.041 0.031,-0.053-0.003,0.700 0.203,0.252 0.032,0.059-0.033,-0.043-0.104,0.191-0.017,0.040-0.063,0.266-0.007,0.151-0.028,-0.026-0.066,-0.144-0.088,1.914 0.370,0.456 0.049,-0.027-0.051,0.348 0.087,-0.121-0.003,-0.399-0.058,-1.146-0.271,-0.089-0.035,-0.216-0.049,-0.293-0.057,0.186 0.046,-0.316-0.062,-0.391-0.082,-0.416-0.090,-0.407-0.090,0.493 0.084,0.141 0.045,0.850 0.160,0.215 0.051,-0.043 0.010,-0.706-0.157,0.054 0.008,-0.085-0.010,-0.178-0.022,0.247 0.078,0.049 0.036,-0.091 0.005,-0.183-0.017,0.189 0.062,0.011 0.007,-0.113-0.031,-0.193-0.056,-2.834-0.641,3.792 0.992,0.054 0.126,-0.092 0.081,-0.452-0.048,0.052 0.081,-0.082 0.020,-0.172-0.024,0.254 0.107,0.058 0.032,-0.082-0.021,-0.174-0.057,1.310 0.556,-0.051 0.048,-0.252-0.034,-0.212 0.166,-0.055 0.147,-0.279-0.011,-0.406-0.113,-0.462-0.172,0.145 0.290,-0.061 0.140,0.534 0.534,-0.039 0.111,-0.237-0.056,-0.778-0.483,-0.084 0.029,-0.157-0.054,-0.199-0.109,-0.019 0.125,-0.105 0.015,-0.160-0.062,-0.189-0.113,0.602 0.797,-0.145 0.004,-0.235-0.102,-0.600-0.526,-0.138-0.008,-0.163-0.091,-0.172-0.144,-0.076 0.027,-0.111-0.069,-0.130-0.132,-0.136-0.169,0.354 0.693,0.037-0.008,-0.008-0.121,-0.218-0.446,0.006-0.005,-0.030-0.064,-0.054-0.102,-0.014 0.050,-0.039-0.007,-0.054-0.045,-0.062-0.070,0.365 1.003,0.007 0.159,-0.074-0.075,-0.268-0.597,-0.054-0.080,-0.070-0.139,-0.078-0.172,0.066 0.406,-0.111-0.183,-0.097-0.215,-0.187-0.467,-0.069-0.096,-0.065-0.117,-0.059-0.126,-0.052-0.072,-0.044-0.083,-0.036-0.087,-0.029-0.085,-0.022-0.026,-0.016-0.037,-0.011-0.042,-0.008-0.044,-0.004 0.010,-0.002-0.005,-0.000-0.016,0.001-0.023,-0.011 0.027,-0.019 0.007,-0.024-0.007,-0.026-0.017,-0.130 0.214,-0.044-0.028,-0.004-0.064,-0.091 0.115,-0.053 0.048,-0.025 0.002,-0.003-0.064,-0.053 0.036,-0.035-0.003,-0.021-0.030,-0.217 0.345,-0.060 0.028,-0.023-0.064,-0.027-0.103,-0.120 0.069,-0.056 0.010,-0.009-0.031,-0.135 0.035,-0.056-0.027,0.002-0.069,0.042-0.094,-0.270 0.181,0.038-0.071,0.095-0.111,0.124-0.128,0.034-0.102,-0.060-0.014,-0.009-0.034,-0.531 0.298,-0.079 0.045,0.025-0.008,-0.300 0.066,-0.021-0.039,0.114-0.078,0.186-0.095,-0.072-0.021,-0.056-0.017,-0.006-0.030,-0.282 0.020,-0.094-0.034,0.030-0.065,-0.315 0.005,-0.082-0.036,0.068-0.058,-0.096-0.011,0.062-0.065,0.154-0.093,0.064-0.025,0.049-0.008,0.138-0.017,0.361-0.054,0.100-0.010,0.155-0.029,0.184-0.041,-0.337 0.015,0.157-0.077,0.210-0.072,0.058 0.021,0.127-0.007,0.159-0.024,0.181-0.010,0.003 0.012,0.039-0.003,0.063-0.013,-0.031 0.034,0.012 0.011,0.041-0.005,0.060-0.016,-0.280 0.026,-0.052-0.008,0.011-0.004,0.051-0.001,0.202-0.044,0.071-0.020,0.073-0.023,0.032 0.028,0.035 0.012,0.044-0.001,0.048-0.011,0.049-0.017,0.046-0.020,0.042-0.021,0.037-0.021,-0.866 0.083</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1122.000 605.000,'0.000'0.016,"0.000"0.024,0.000 0.027,0.000 0.027,0.000 0.024,0.000 0.021,0.000 0.017,0.000 0.013,0.000 0.010,0.000 0.007,0.000 0.004,0.000 0.003,0.000 0.001,0.000 0.000,0.000-0.000,0.000-0.001,-0.022 0.034,-0.034 0.041,-0.038 0.045,-0.037 0.044,0.014-0.068,-0.025 0.038,-0.027 0.043,-0.143 0.171,-0.089 0.101,-0.054 0.062,-0.026 0.032,-0.306 0.413,-0.075 0.126,-0.002 0.055,0.141-0.240,-0.012-0.010,0.004-0.038,0.015-0.055,-0.218 0.304,0.029-0.048,0.066-0.106,0.188-0.266,0.047-0.058,0.065-0.070,0.073-0.075,-0.102 0.147,0.074-0.101,0.089-0.121,0.090-0.122,0.083-0.111,0.071-0.095,0.057-0.077,0.044-0.059,0.032-0.043,0.022-0.029,0.014-0.018,0.008-0.010,0.003-0.004,0.000-0.001,-0.001 0.002,-0.002 0.003,-0.003 0.004,-0.003 0.004,-0.002 0.003,-0.002 0.003,-0.002 0.002,0.058 0.020,0.096 0.045,0.115 0.054,0.121 0.056,0.442 0.287,0.229 0.121,0.132 0.040,0.063-0.013,0.034 0.025,0.152 0.081,0.094 0.048,0.591 0.117,0.134-0.048,-0.023-0.075,-0.285-0.059,-0.107-0.020,-0.168-0.060,-0.114-0.047,-0.246-0.106,-0.236-0.105,-0.213-0.097,0.666 0.045</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1146.000 196.000,'0.000'0.022,"0.000"0.035,0.000 0.040,0.000 0.041,0.000 0.038,0.000 0.033,0.000 0.028,0.000 0.023,0.000 0.017,0.000 0.013,0.000-0.041,0.000 0.079,0.000 0.235,0.000 0.094,0.000 0.068,-0.028 0.350,-0.043 0.061,-0.048 0.026,-0.104 0.310,-0.045 0.124,-0.005-0.002,-0.003-0.136,-0.014 0.019,0.008-0.045,0.022-0.086,-0.033 0.362,0.006-0.018,-0.000-0.097,0.008-0.193,-0.034 0.056,-0.020 0.001,-0.009-0.037,-0.081 0.293,0.050-0.183,0.064-0.202,0.066-0.196,-0.110 0.268,-0.096 0.245,-0.079 0.453,0.027 0.054,0.061-0.092,0.076-0.172,0.126-0.643,0.014-0.134,0.005-0.132,-0.057 0.124,0.041-0.222,0.046-0.190,0.045-0.154,0.039-0.139,0.030-0.112,0.023-0.089,0.017-0.067,0.012-0.048,0.007-0.032,0.004-0.020,0.002-0.010,0.000-0.004,-0.001 0.000,-0.001 0.003,-0.001 0.004,-0.001 0.005,-0.001 0.005,-0.001 0.004,-0.001 0.003,-0.001 0.003,-0.000 0.002,-0.000 0.001,-0.000 0.001,-0.000 0.001,0.000 0.000,0.000 0.000,0.000 0.000,0.000-0.000,0.000-0.000,0.000-0.000,0.000-0.000,0.000-0.000,0.000-0.000,0.000-0.000,0.000-0.000,0.000-0.000,0.000-0.000,0.000-0.000,0.000-0.000,0.000 0.000,0.000 0.000,0.000 0.000,0.000 0.000,0.000 0.000,0.000 0.000,0.000 0.000,0.000 0.000,0.000 0.000,-0.013 0.026,-0.020 0.039,-0.022 0.043,-0.021 0.042,-0.019 0.038,-0.016 0.032,0.005-0.004,0.012-0.016,0.017-0.025,0.019-0.029,0.018-0.028,0.016-0.026,0.014-0.022,0.011-0.018,0.008-0.014,0.006-0.010,0.004-0.007,0.003-0.004,0.001-0.002,0.001-0.001,0.000-0.000,-0.000 0.000,-0.000 0.001,-0.001 0.001,-0.001 0.001,-0.000 0.001,-0.000 0.001,-0.000 0.001,-0.000 0.000,-0.000 0.000,-0.000 0.000,0.000 0.000,-0.000 0.000,0.000 0.000,0.000 0.000,0.000 0.000,0.000-0.000,0.035-0.030,0.295 0.096,0.229 0.024,0.202 0.006,0.096-0.006,0.161 0.011,0.151 0.012,0.136 0.012,0.490 0.078,0.338 0.067,0.214 0.055,0.117 0.044,0.522 0.127,0.243 0.072,0.037 0.029,-0.108-0.001,-0.163-0.036,-0.246-0.058,-0.290-0.071,-0.306-0.075,0.040-0.005,-0.492-0.098,-0.440-0.081,-0.371-0.064,-0.297-0.048,-0.227-0.035,-0.165-0.023,-0.113-0.014,-0.071-0.007,-0.040-0.003,-0.017 0.001,-0.001 0.002,0.008 0.003,0.013 0.004,0.016 0.004,0.103 0.168</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1195.000 171.000,'-0.008'0.000,"-0.013"0.000,-0.014 0.000,-0.014 0.000,-0.012 0.000,-0.010 0.000,-0.008 0.000,-0.006 0.000,-0.004 0.000,-0.003 0.000,-0.002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0.000,-0.022 0.021,-0.060 0.034,-0.071 0.041,-0.054 0.040,-0.029 0.033,-0.014 0.027,-0.003 0.021,0.005-0.004,-0.000-0.014,0.000-0.022,-0.042 0.044,-0.029 0.036,-0.010 0.024,0.004 0.014,-0.067 0.071,0.019 0.008,0.023 0.001,0.051-0.003,0.064-0.005,0.067-0.006,0.065-0.028,0.054-0.031,0.045-0.034,0.036-0.033,0.027-0.029,0.020-0.025,0.013-0.020,0.008-0.015,0.005-0.007,0.002-0.007,-0.000-0.004,-0.001-0.002,-0.002-0.001,-0.002 0.000,-0.002 0.001,-0.002 0.001,-0.002 0.001,-0.001 0.001,-0.001 0.001,-0.001 0.001,-0.000 0.001,-0.000 0.001,-0.000 0.000,0.011 0.000,0.018 0.023,0.021 0.027,0.022 0.028,0.021 0.027,0.019 0.024,0.033 0.056,0.033 0.055,0.032 0.057,0.117 0.036,0.089 0.040,0.050 0.012,0.021-0.008,0.097 0.072,-0.017-0.035,-0.030-0.039,-0.150-0.132,-0.049-0.027,-0.052-0.024,-0.051-0.021,0.019 0.053,-0.024-0.039,-0.005-0.037,0.006-0.033,0.013-0.027,0.016-0.021,-0.016-0.026,-0.030-0.025,-0.037-0.022,-0.038-0.019,-0.035-0.015,-0.031-0.012,-0.025-0.009,-0.020-0.006,-0.014-0.004,-0.010-0.002,-0.007-0.001,-0.004-0.000,-0.002 0.000,-0.000 0.001,0.000 0.001,0.001 0.001,0.001 0.001,0.001 0.001,0.001 0.000,0.001 0.000,0.001 0.000,0.000 0.000,0.000 0.000,0.000 0.000,0.000 0.000,0.000 0.000,0.000-0.000,0.000-0.000,0.000-0.000,0.000-0.000,-0.000-0.000,-0.016 0.008,-0.025 0.017,-0.028 0.019,-0.028 0.019,-0.026 0.018,-0.022 0.015,-0.018 0.013,-0.014 0.010,-0.011 0.008,-0.008 0.005,0.003-0.023,-0.046 0.016,-0.056 0.019,-0.029-0.003,-0.020-0.010,-0.009-0.017,-0.001-0.022,-0.089 0.003,0.010-0.036,0.014-0.033,0.099-0.036,0.014-0.015,0.012-0.013,0.011-0.010,-0.064-0.008,0.006-0.009,0.004-0.005,-0.838-0.051</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1201.000 179.000,'0.006'0.000,"0.009"0.000,0.010 0.000,0.010 0.000,0.009 0.000,0.007 0.000,0.006 0.000,0.004 0.000,0.003 0.000,0.002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0.000,0.007 0.000,0.039 0.000,0.047 0.000,0.051 0.000,0.037 0.000,0.026 0.000,0.017 0.000,0.009 0.000,0.047 0.000,-0.022 0.000,-0.031 0.000,-0.034 0.000,-0.034 0.000,-0.031 0.000,-0.027 0.000,-0.022 0.000,-0.018 0.000,-0.014 0.000,0.010 0.000,0.030 0.000,0.038 0.000,0.041 0.000,0.040 0.000,0.037 0.000,0.032 0.000,0.132-0.002,0.009-0.003,-0.038-0.003,-0.063-0.003,-0.072-0.003,-0.072-0.002,-0.065-0.002,-0.055-0.001,-0.044-0.001,-0.033-0.001,-0.024-0.000,-0.016-0.000,-0.010-0.000,-0.005 0.000,-0.002 0.000,0.000 0.000,0.001 0.000,0.002 0.000,0.002 0.000,0.002 0.000,0.002 0.000,0.002 0.000,0.001 0.000,0.001 0.000,0.001 0.000,0.000 0.000,0.000 0.000,0.000 0.000,0.000 0.000,-0.000 0.000,0.000-0.000,0.000 0.000,-0.000 0.000,0.000 0.000,-0.000 0.000,0.000 0.000,-0.000 0.000,0.000 0.000,0.000-0.000,0.000 0.000,0.000-0.000,0.000 0.000,0.000 0.000,0.000 0.000,0.000 0.000,0.000-0.054</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1209.000 169.000,'-0.011'0.015,"-0.017"0.023,-0.020 0.026,-0.020 0.026,-0.018 0.024,-0.015 0.020,-0.012 0.016,-0.010 0.013,-0.007 0.009,-0.005 0.007,-0.003 0.004,-0.002 0.002,-0.001 0.001,-0.000 0.000,0.000-0.000,0.000-0.001,0.001-0.001,0.001-0.001,0.000-0.001,0.000-0.001,0.000-0.001,0.000-0.000,0.008 0.019,0.019 0.020,0.021 0.022,0.021 0.021,0.019 0.019,0.016 0.016,0.015-0.065,0.006 0.003,0.005 0.003,0.004 0.002,-0.084 0.147,-0.043 0.023,-0.015-0.012,0.004-0.033,0.015-0.042,0.020-0.044,0.021-0.042,0.020-0.037,0.018-0.030,0.005-0.017,-0.006 0.005,-0.011 0.013,-0.014 0.017,-0.014 0.018,-0.013 0.017,-0.012 0.016,0.005 0.009,0.009 0.016,0.013 0.015,0.023 0.016,0.011 0.038,0.010 0.022,0.009 0.009,0.005 0.101,0.010-0.007,0.008-0.015,0.006 0.040,0.004 0.009,0.002-0.018,0.001-0.033,0.001-0.040,-0.000-0.002,-0.000 0.022,-0.000 0.009,-0.000-0.021,-0.000-0.013,-0.000-0.018,-0.000-0.020,-0.000 0.043,-0.000-0.044,-0.000-0.044,-0.000-0.040,-0.000-0.034,0.000-0.027,0.028 0.016,0.043 0.050,0.048 0.063,0.010 0.024,0.002 0.039,-0.014-0.008,-0.013-0.002,-0.015-0.011,-0.016-0.016,-0.016-0.019,-0.013-0.010,-0.012-0.007,0.042 0.015,0.027 0.026,0.014 0.011,0.003 0.001,0.009 0.006,0.013 0.010,0.015 0.012,0.015 0.013,0.074 0.087,0.026-0.057,0.021-0.073,-0.002-0.074,-0.025-0.076,-0.034-0.067,-0.036-0.055,-0.034-0.044,-0.030-0.033,-0.025-0.023,-0.020-0.015,-0.015-0.009,-0.011-0.005,-0.007-0.002,-0.004 0.000,-0.002 0.002,-0.001 0.002,0.000 0.002,0.001 0.002,0.001 0.002,0.001 0.002,0.001 0.001,0.014 0.001,0.040 0.001,0.049 0.000,0.052 0.000,0.121 0.000,0.079 0.000,0.070 0.000,0.155 0.000,0.051-0.000,0.002-0.000,0.056-0.028,0.001-0.043,-0.034-0.048,-0.082 0.002,-0.016-0.003,-0.036 0.006,-0.047 0.011,-0.052 0.014,0.134-0.085,0.016-0.025,-0.031-0.012,-0.057-0.003,-0.067 0.002,-0.067 0.006,-0.062 0.007,-0.052 0.007,-0.052 0.025,-0.013 0.007,-0.004 0.006,0.003 0.005,0.007 0.004,0.009 0.003,0.009 0.002,0.786-1.398</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163.000 619.000,'0.013'0.000,"0.020"0.000,0.023 0.000,0.022 0.000,0.020 0.000,0.018 0.000,0.014 0.000,0.011 0.000,0.008 0.000,0.006 0.000,0.004 0.000,0.002 0.000,0.001 0.000,0.000 0.000,-0.000 0.000,-0.001 0.000,-0.001 0.000,-0.001 0.000,-0.001 0.000,0.127 0.000,0.102 0.000,0.120 0.000,0.111 0.000,0.217 0.000,0.093 0.000,0.063 0.000,0.023 0.000,0.142 0.000,0.077 0.000,0.028 0.000,0.258 0.000,0.138 0.000,0.048 0.000,-0.018 0.000,0.493 0.000,-0.088 0.000,-0.174 0.000,-0.426 0.000,-0.078 0.000,-0.103 0.000,-0.115 0.000,0.266 0.000,-0.088 0.000,-0.125 0.000,-0.139 0.000,-0.896 0.000,1.145 0.000,0.123 0.000,0.185 0.000,0.082 0.000,-0.030 0.000,-0.097 0.000,-0.055 0.000,-0.052 0.000,-0.096 0.000,-0.202 0.000,-0.098 0.000,-0.118 0.000,-0.125 0.000,0.027 0.000,-0.087 0.000,-0.091 0.000,-0.087 0.000,-0.078 0.000,-0.067 0.000,-0.118 0.000,-0.037 0.000,-0.030 0.000,-0.024 0.000,0.050 0.000,-0.014 0.000,-0.007 0.000,-0.027 0.000,-0.035 0.000,-0.038 0.000,-0.037 0.000,-0.033 0.000,-0.028 0.000,-0.022 0.000,-0.017 0.000,-0.012 0.000,-0.008 0.000,-0.005 0.000,-0.003 0.000,-0.001 0.000,-0.000 0.000,0.001 0.000,0.001 0.000,0.001 0.000,0.001 0.000,0.001 0.000,0.080 0.000,0.122 0.000,0.138 0.000,0.021 0.000,0.076 0.000,0.067 0.000,0.057 0.000,0.101 0.000,0.082 0.000,0.041 0.000,0.011 0.000,0.380 0.000,0.054 0.000,-0.018 0.000,0.079 0.000,-0.036 0.000,-0.104 0.000,-0.162 0.000,0.028 0.000,-0.011 0.000,-0.037 0.000,0.525 0.000,0.090 0.000,-0.026 0.000,0.073 0.000,-0.040 0.000,-0.106 0.000,-0.315 0.000,-0.054 0.000,-0.086 0.000,-0.104 0.000,-0.057 0.000,-0.075 0.000,-0.084 0.000,-0.085 0.000,0.024 0.000,-0.075 0.000,-0.057 0.000,-0.041 0.000,-0.100 0.000,-0.026 0.000,-0.021 0.000,0.078 0.000,0.048 0.000,0.020 0.000,-0.001 0.000,0.114 0.000,-0.073 0.000,-0.087 0.000,-0.088 0.000,-0.080 0.000,-0.068 0.000,-0.055 0.000,-0.042 0.000,-0.031 0.000,-0.021 0.000,-0.013 0.000,-0.008 0.000,0.010 0.000,0.034 0.000,0.042 0.000,0.044 0.000,0.042 0.000,0.206 0.000,0.130 0.000,0.276 0.000,0.125 0.000,0.039 0.000,-0.018 0.000,-0.150 0.000,0.070 0.000,0.053 0.000,0.118 0.000,-0.005 0.000,-0.048 0.000,-0.075 0.000,-0.037 0.000,-0.062 0.000,-0.075 0.000,-0.081 0.000,-0.027 0.000,-0.042 0.000,-0.050 0.000,-0.053 0.000,0.146 0.000,-0.024 0.000,-0.042 0.000,-0.108 0.000,-0.002 0.000,-0.015 0.000,-0.023 0.000,0.025 0.000,0.005 0.000,-0.010 0.000,-0.020 0.000,0.171 0.000,0.006 0.000,-0.023 0.000,-0.049 0.000,0.037 0.000,0.006 0.000,-0.015 0.000,0.197 0.000,0.121 0.000,0.061 0.000,0.017 0.000,0.183 0.000,0.019 0.000,-0.037 0.000,-0.072 0.000,-0.091 0.000,0.113 0.000,-0.041 0.000,-0.080 0.000,-0.199 0.000,-0.007 0.000,-0.010 0.000,0.404 0.000,0.047 0.000,-0.018 0.000,-0.237 0.000,-0.019 0.000,-0.037 0.000,-0.048 0.000,0.209 0.000,-0.025 0.000,-0.075 0.000,-0.101 0.000,-0.128 0.000,-0.051 0.000,-0.036 0.000,0.036 0.000,-0.066 0.000,-0.065 0.000,-0.050 0.000,0.031 0.000,0.006 0.000,-0.012 0.000,0.043 0.000,0.026 0.000,0.012 0.000,0.002 0.000,0.220 0.000,-0.004 0.000,-0.045 0.000,-0.047 0.000,0.052 0.000,0.007 0.000,-0.024 0.000,0.061 0.000,0.011 0.000,-0.024 0.000,-0.048 0.000,0.389 0.000,0.075 0.000,-0.002 0.000,-0.173 0.000,0.038 0.000,0.008 0.000,-0.014 0.000,0.376 0.000,0.063 0.000,-0.018 0.000,-0.068 0.000,0.144 0.000,0.048 0.000,-0.017 0.000,0.183 0.000,-0.050 0.000,-0.122 0.000,-0.273 0.000,-0.078 0.000,-0.115 0.000,-0.133 0.000,0.259 0.000,-0.040 0.000,-0.102 0.000,-0.048 0.000,-0.095 0.000,-0.115 0.000,-0.059 0.000,-0.023 0.000,-0.057 0.000,-0.075 0.000,-0.082 0.000,-0.001 0.000,0.066 0.000,0.179 0.000,0.064 0.000,0.009 0.000,-0.029 0.000,0.371 0.000,0.067 0.000,0.014 0.000,-0.205 0.000,0.013 0.000,-0.026 0.000,-0.051 0.000,0.041 0.000,-0.004 0.000,-0.035 0.000,-0.055 0.000,0.041 0.000,-0.002 0.000,-0.031 0.000,-0.049 0.000,0.060 0.000,0.026 0.000,0.002 0.000,-0.016 0.000,0.133 0.000,0.069 0.000,0.021 0.000,-0.013 0.000,0.153 0.000,0.014 0.000,-0.031 0.000,-0.060 0.000,0.295 0.000,0.047 0.000,-0.020 0.000,0.209 0.000,-0.012 0.000,-0.079 0.000,-0.287 0.000,0.012 0.000,-0.032 0.000,-0.060 0.000,0.642 0.000,0.022 0.000,-0.105 0.000,-0.172 0.000,-1.473 0.000,1.279 0.000,-0.055 0.000,-0.207 0.000,-0.027 0.000,-0.062 0.000,-0.083 0.000,0.333 0.000,-0.049 0.000,-0.096 0.000,-0.252 0.000,-0.016 0.000,-0.042 0.000,-0.059 0.000,0.040 0.000,-0.000 0.000,-0.028 0.000,-0.046 0.000,0.037 0.000,-0.014 0.000,-0.048 0.000,-0.069 0.000,0.211 0.000,-0.039 0.000,-0.054 0.000,-0.205 0.000,-0.032 0.000,-0.048 0.000,-0.057 0.000,0.007 0.000,-0.003 0.000,-0.009 0.000,-0.013 0.000,-0.029 0.000,-0.038 0.000,-0.042 0.000,-0.043 0.000,0.128 0.000,-0.016 0.000,-0.036 0.000,-0.046 0.000,0.126 0.000,0.096 0.000,0.041 0.000,0.049 0.000,0.009 0.000,-0.017 0.000,0.057 0.000,0.061 0.000,0.025 0.000,0.079 0.000,0.099 0.000,0.049 0.000,0.012 0.000,0.145 0.000,0.070 0.000,0.014 0.000,-0.025 0.000,0.433 0.000,-0.047 0.000,-0.121 0.000,-0.350 0.000,-0.066 0.000,-0.098 0.000,-0.115 0.000,-0.068 0.000,-0.084 0.000,-0.091 0.000,-0.091 0.000,0.129 0.000,-0.068 0.000,-0.076 0.000,-0.188 0.000,-0.048 0.000,-0.043 0.000,-0.037 0.000,0.047 0.000,-0.032 0.000,-0.022 0.000,0.013 0.000,0.014 0.000,-0.007 0.000,-0.020 0.000,-0.027 0.000,-0.030 0.000,-0.029 0.000,0.090 0.000,0.060 0.000,0.027 0.000,0.004 0.000,-0.013 0.000,0.032 0.000,0.015 0.000,-0.003 0.000,-0.015 0.000,0.143 0.000,0.014 0.000,-0.015 0.000,-0.053 0.000,-0.013 0.000,0.009 0.000,-0.034 0.000,-0.035 0.000,-0.055 0.000,0.033 0.000,0.025 0.000,0.019 0.000,0.029 0.000,-0.016 0.000,-0.026 0.000,-0.032 0.000,0.071 0.000,0.005 0.000,0.015 0.000,-0.008 0.000,-0.022 0.000,-0.028 0.000,-0.015 0.000,0.046 0.000,0.018 0.000,-0.003 0.000,0.367 0.000,0.096 0.000,0.004 0.000,-0.134 0.000,0.015 0.000,-0.023 0.000,-0.048 0.000,0.057 0.000,0.020 0.000,-0.006 0.000,-0.024 0.000,0.057 0.000,0.005 0.000,-0.032 0.000,-0.056 0.000,0.304 0.000,0.019 0.000,-0.029 0.000,-0.179 0.000,-0.003 0.000,-0.039 0.000,-0.061 0.000,0.156 0.000,0.005 0.000,-0.030 0.000,-0.051 0.000,0.217 0.000,0.025 0.000,-0.026 0.000,-0.234 0.000,-0.037 0.000,-0.058 0.000,-0.070 0.000,0.205 0.000,0.028 0.000,-0.004 0.000,-0.131 0.000,-0.022 0.000,-0.045 0.000,-0.058 0.000,0.169 0.000,-0.052 0.000,-0.073 0.000,-0.154 0.000,-0.020 0.000,-0.031 0.000,-0.037 0.000,0.242 0.000,0.034 0.000,-0.016 0.000,-0.136 0.000,-0.007 0.000,-0.025 0.000,-0.036 0.000,0.065 0.000,0.025 0.000,-0.004 0.000,-0.024 0.000,0.017 0.000,-0.009 0.000,-0.027 0.000,-0.038 0.000,0.252 0.000,0.025 0.000,-0.027 0.000,-0.100 0.000,0.021 0.000,-0.012 0.000,-0.033 0.000,0.060 0.000,0.015 0.000,-0.017 0.000,-0.039 0.000,0.198 0.000,-0.006 0.000,-0.055 0.000,-0.083 0.000,-0.095 0.000,0.062 0.000,0.010 0.000,-0.024 0.000,-0.031 0.000,-0.034 0.000,-0.008 0.000,-0.058 0.000,-0.057 0.000,-0.145 0.000,-0.033 0.000,-0.028 0.000,-0.024 0.000,0.054 0.000,-0.016 0.000,-0.010 0.000,-0.075 0.000,-0.006 0.000,-0.004 0.000,-0.002 0.000,0.065 0.000,0.056 0.000,0.046 0.000,0.037 0.000,0.228 0.000,0.042 0.000,-0.006 0.000,-0.051 0.000,0.056 0.000,0.028 0.000,0.006 0.000,0.151 0.000,0.083 0.000,0.032 0.000,-0.005 0.000,0.009 0.000,-0.034 0.000,-0.063 0.000,-0.079 0.000,0.020 0.000,-0.019 0.000,-0.045 0.000,-0.060 0.000,0.256 0.000,-0.013 0.000,-0.063 0.000,-0.247-0.013,-0.064-0.022,-0.064-0.027,-0.060-0.028,0.045-0.052,-0.091-0.003,-0.079 0.011,-0.065 0.019,-0.051 0.021,-0.037 0.021,0.062-0.025,0.088-0.024,0.069-0.010,0.052 0.000,0.202-0.027,0.022 0.021,-0.005 0.025,-0.020 0.025,0.017-0.022,0.038-0.048,0.009-0.017,0.031-0.025,-0.000-0.020,-0.020-0.015,-0.066 0.022,-0.012 0.018,-0.008 0.024,0.255-0.017,0.078-0.008,0.020-0.016,-0.239 0.047,-0.051 0.012,-0.061 0.016,-0.064 0.018,-0.010 0.006,-0.025-0.003,-0.034-0.010,-0.039-0.013,0.027-0.002,0.017 0.006,0.010 0.011,0.004 0.014,0.191-0.103,-0.002-0.051,-0.041-0.031,-0.062-0.016,-0.110 0.067,0.005-0.009,-0.022-0.010,0.240-0.106,0.036-0.009,0.012-0.002,-0.080 0.083,0.032 0.007,-0.004 0.007,-0.029 0.006,0.262-0.117,-0.001-0.000,-0.060 0.032,-0.091 0.049,0.020-0.033,0.000-0.030,-0.038-0.016,-0.041 0.021,-0.019-0.001,-0.040 0.002,-0.109 0.000,-0.051-0.003,-0.051 0.018,-0.049 0.031,0.009-0.028,-0.005-0.014,-0.014-0.004,-0.020 0.004,0.078-0.086,-0.031 0.014,-0.031 0.017,-0.085 0.065,-0.054 0.033,-0.056 0.034,-0.053 0.032,-0.047 0.029,-0.041 0.024,-0.033 0.020,-0.025-0.006,-0.024 0.013,-0.016 0.008,-0.010 0.005,-0.005 0.003,-0.002 0.001,0.000-0.000,0.002-0.001,0.002-0.001,0.002-0.001,0.002-0.001,0.002-0.001,0.002 0.000,0.001-0.031,0.001-0.036,0.001-0.037,0.000-0.035,0.000-0.032,0.000-0.027,0.000-0.021,0.000 0.003,0.000 0.012,0.000 0.016,-0.000 0.018,-0.000 0.018,-0.000 0.016,-0.000 0.014,-0.010 0.004,-0.015 0.029,-0.017 0.029,-0.017 0.027,-0.015 0.023,-0.013 0.019,-0.011 0.015,-0.008 0.011,-0.006 0.008,-0.004 0.005,-0.003 0.003,-0.001 0.001,-0.001 0.000,-0.000-0.000,0.000-0.001,0.000-0.001,0.001-0.001,0.005-0.013,-0.014-0.042,-0.018-0.050,-0.018-0.051,-0.050-0.109,-0.028-0.071,-0.025-0.062,0.046 0.107,-0.008 0.024,-0.006 0.037,-0.005 0.044,-0.049-0.014,0.034 0.059,0.043 0.050,0.044 0.040,0.042 0.030,0.036 0.022,0.030 0.015,0.024 0.009,0.018 0.005,0.013 0.002,0.008 0.000,0.005-0.001,0.003-0.002,0.001-0.002,-0.000-0.002,-0.001-0.002,-0.001-0.002,-0.001-0.001,-0.001-0.001,-0.001-0.001,-0.001-0.000,-0.237-0.066,-0.429-0.167,-0.192-0.035,-0.084 0.011,-0.012 0.038,0.103-0.031,-0.058-0.066,-0.027-0.041,-0.468-0.271,-0.178-0.124,-0.071-0.066,-0.498-0.228,-0.199-0.035,-0.065 0.049,0.393 0.175,0.000-0.013,0.068 0.016,0.111 0.035,-0.613-0.230,0.033 0.070,0.139 0.105,0.453 0.184,0.063 0.032,0.111 0.063,0.139 0.080,-0.262-0.078,0.116 0.052,0.178 0.062,0.205 0.063,0.238 0.102,0.126 0.072,0.099 0.069,0.104 0.077,0.046 0.047,0.054 0.040,0.057 0.034,-0.340-0.087,-0.104-0.057,-0.036-0.045,-0.122-0.017,-0.222-0.047,-0.134-0.029,-0.066-0.014,-0.215-0.004,-0.094 0.004,-0.005 0.009,0.057 0.012,-0.557-0.116,-0.029-0.019,0.104 0.005,0.182 0.020,1.710 0.368,-1.200-0.238,0.090 0.038,0.105 0.041,-0.115 0.030,0.037 0.044,0.079 0.039,0.104 0.035,-0.335 0.021,0.084 0.035,0.127 0.025,0.234 0.015,-0.003 0.008,0.036 0.005,0.061 0.003,-0.432 0.006,-0.017 0.000,0.065-0.001,0.224-0.005,-0.015-0.002,0.032-0.002,0.063-0.002,-0.099-0.001,0.028-0.001,0.065-0.001,0.086-0.001,-0.283-0.001,-0.013-0.001,0.027-0.000,0.167-0.000,-0.055-0.000,-0.010-0.000,0.022 0.000,-0.640-0.000,-0.148 0.000,-0.031 0.000,0.003 0.000,-0.221 0.000,-0.071 0.000,0.037 0.000,-0.049 0.000,0.053 0.000,0.121 0.000,0.161 0.000,-0.481 0.000,0.181 0.000,0.253 0.000,0.503 0.000,0.112 0.000,0.130 0.000,0.135 0.000,-0.179 0.000,0.089 0.000,0.116 0.000,0.125 0.000,0.095 0.000,-0.034 0.000,-0.023 0.000,-0.380 0.000,-0.094 0.000,-0.005 0.000,0.053 0.000,0.027 0.000,-0.019 0.000,0.016 0.000,-0.067 0.000,-0.122 0.000,-0.065 0.000,-0.022 0.000,-0.735 0.000,-0.064 0.000,0.086 0.000,0.401 0.000,0.005 0.000,0.070 0.000,0.112 0.000,-0.944 0.000,-0.146 0.000,0.071 0.000,0.558 0.000,0.068 0.000,0.125 0.000,0.159 0.000,0.080 0.000,0.128 0.000,0.154 0.000,0.164 0.000,0.056 0.000,0.084 0.000,0.100 0.000,0.105 0.000,-0.263 0.000,0.089 0.000,0.131 0.000,0.269 0.000,0.062 0.000,0.071 0.000,0.074 0.000,-0.035 0.000,-0.002 0.000,0.021 0.000,0.036 0.000,-0.166 0.000,-0.043 0.000,-0.007 0.000,0.017 0.000,-0.269 0.000,-0.097 0.000,-0.045 0.000,-0.260 0.000,-0.120 0.000,-0.023 0.000,-0.213 0.000,-0.061 0.000,0.038 0.000,-0.072 0.000,0.034 0.000,0.096 0.000,0.248 0.000,-0.040 0.000,0.018 0.000,0.056 0.000,-0.506 0.000,0.041 0.000,0.136 0.000,0.143 0.000,0.024 0.000,0.078 0.000,0.108 0.000,-0.065 0.000,-0.025 0.000,0.021 0.000,0.035 0.000,-0.031 0.000,0.022 0.000,0.057 0.000,-0.081 0.000,-0.013 0.000,0.035 0.000,0.066 0.000,-0.128 0.000,-0.043 0.000,0.018 0.000,0.059 0.000,-0.142 0.000,-0.060 0.000,-0.001 0.000,0.041 0.000,-0.699 0.000,-0.066 0.000,0.057 0.000,0.448 0.000,0.033 0.000,0.087 0.000,0.120 0.000,-0.076 0.000,0.005 0.000,0.060 0.000,0.096 0.000,-0.516 0.000,0.043 0.000,0.122 0.000,0.219 0.000,-0.063 0.000,0.029 0.000,0.091 0.000,0.009 0.000,0.059 0.000,0.090 0.000,0.107 0.000,0.020 0.000,0.065 0.000,0.092 0.000,0.107 0.000,-0.311 0.000,0.066 0.000,0.105 0.000,0.237 0.000,-0.005 0.000,0.015 0.000,0.028 0.000,-0.597 0.000,-0.175 0.000,-0.066 0.000,0.247 0.000,-0.061 0.000,-0.005 0.000,0.035 0.000,-0.086 0.000,-0.006 0.000,0.050 0.000,0.087 0.000,-0.520 0.000,0.033 0.000,0.114 0.000,0.360 0.000,0.014 0.000,0.057 0.000,0.083 0.000,-0.062 0.000,-0.000 0.000,0.043 0.000,0.070 0.000,-0.127 0.000,-0.045 0.000,0.015 0.000,0.056 0.000,-0.889 0.000,-0.191 0.000,0.034 0.000,0.170 0.000,0.500 0.000,-0.026 0.000,0.010 0.000,-0.805 0.000,0.047 0.000,0.171 0.000,0.527 0.000,0.090 0.000,0.137 0.000,0.163 0.000,0.065 0.000,0.101 0.000,0.120 0.000,0.127 0.000,0.032 0.000,0.071 0.000,0.094 0.000,0.105 0.000,-0.317 0.000,0.018 0.000,0.083 0.000,0.184 0.000,-0.006 0.000,0.019 0.000,0.035 0.000,-0.062 0.000,-0.020 0.000,0.011 0.000,0.031 0.000,-0.129 0.000,-0.074 0.000,-0.031 0.000,-0.000 0.000,-0.421 0.000,-0.003 0.000,0.075 0.000,0.268 0.000,-0.000 0.000,0.026 0.000,0.042 0.000,-0.544 0.000,-0.065 0.000,0.053 0.000,0.329 0.000,0.033 0.000,0.069 0.000,0.090 0.000,0.100 0.000,0.101 0.000,0.097 0.000,0.089 0.000,-0.052 0.000,0.137 0.000,0.124 0.000,0.106 0.000,0.028 0.000,0.019 0.000,0.027 0.000,0.030 0.000,-0.159 0.134,-0.112 0.113,0.029 0.016,0.002 0.005,0.024-0.016,0.055-0.045,-0.022-0.003,-0.011 0.000,-0.003 0.003,-0.244 0.038,-0.043-0.029,-0.009-0.036,0.013-0.009,0.026 0.008,0.031 0.018,0.156-0.030,0.015 0.011,0.031 0.012,0.041 0.011,-0.085 0.054,0.095-0.025,0.093-0.036,0.083-0.039,0.070-0.037,0.056-0.033,0.067-0.022,-0.011 0.008,-0.023 0.015,-0.030 0.019,-0.193 0.133,-0.045 0.041,0.003-0.000,0.031-0.025,0.045-0.037,0.050-0.042,0.058-0.031,0.058-0.021,0.053-0.014,0.045-0.008,0.036-0.004,0.027-0.001,0.020 0.001,0.014 0.002,0.009 0.002,0.005 0.003,0.002 0.002,0.000 0.002,-0.001 0.002,-0.002 0.001,-0.002 0.001,-0.002 0.001,-0.002 0.000,-0.001 0.000,0.037-0.083,-0.194 0.329,-0.069 0.129,-0.024 0.065,0.007 0.019,-0.022 0.022,-0.007 0.023,0.016-0.003,-0.014 0.031,-0.025 0.038,-0.012 0.004,-0.003-0.021,-0.148 0.231,0.008 0.019,0.047-0.009,-0.032-0.036,0.033-0.094,0.060-0.104,0.071-0.100,0.126-0.183,0.036-0.006,0.033 0.009,0.011 0.137,0.042-0.012,0.032-0.023,0.023-0.122,0.011-0.022,0.008-0.020,0.006-0.018,0.004-0.016,0.002-0.013,0.001-0.011,-0.000-0.009,0.002 0.063,-0.002-0.001,-0.002-0.000,-0.004-0.070,-0.001-0.003,-0.001-0.002,-0.001-0.001,-0.001-0.001,-0.001-0.000,-0.001-0.000,-0.000 0.000,-0.000 0.154,-0.000 0.051,-0.000 0.021,0.000-0.099,0.000-0.009,0.000-0.012,0.000-0.014,-0.000 0.075,0.000-0.029,0.000-0.029,0.000-0.027,0.000 0.044,0.000 0.082,0.010-0.026,0.016 0.008,0.018-0.005,0.019-0.013,0.018-0.018,0.016-0.019,0.014-0.019,0.011-0.018,0.009-0.015,0.007-0.013,0.005-0.010,0.003-0.008,0.002-0.006,0.001-0.004,0.031 0.057,0.023 0.045,0.025 0.051,0.005-0.026,0.023 0.035,0.002 0.014,-0.012-0.002,0.025 0.089,-0.042-0.036,-0.045-0.044,-0.043-0.045,-0.008-0.075,0.012 0.018,0.001 0.011,0.056 0.079,0.022 0.027,0.003 0.006,-0.010-0.008,-0.008 0.008,-0.026-0.028,-0.029-0.032,-0.029-0.032,0.005 0.012,0.010-0.026,0.020-0.021,-0.010-0.057,0.015 0.009,0.015 0.016,0.014 0.020,0.049 0.110,-0.021 0.002,-0.032-0.010,-0.048-0.107,-0.001-0.015,0.005-0.015,0.009-0.014,0.011 0.001,0.012 0.011,0.012 0.018,0.012 0.021,0.010 0.009,0.009 0.000,0.008-0.006,0.006-0.010,0.057 0.059,-0.024-0.050,-0.032-0.056,-0.034-0.054,-0.033-0.048,-0.029-0.041,-0.024-0.033,-0.019-0.025,-0.014-0.018,-0.010-0.012,-0.007-0.008,-0.004-0.004,-0.002-0.002,-0.001-0.000,0.000 0.001,0.012 0.013,0.026 0.027,0.031 0.031,0.031 0.032,0.029 0.030,0.026 0.026,0.022 0.022,-0.038-0.025,-0.012 0.010,-0.019 0.008,-0.022 0.007,0.048 0.085,0.012 0.036,-0.005 0.014,-0.016-0.001,-0.022-0.011,1.301 1.070</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933.000 349.000,'-0.021'0.010,"-0.032"0.016,-0.036 0.018,-0.036 0.018,-0.032 0.016,-0.028 0.014,-0.023 0.011,-0.017 0.009,-0.013 0.006,-0.009 0.004,-0.006 0.003,-0.003 0.002,-0.002 0.001,-0.000 0.000,0.000-0.000,0.001-0.000,0.039-0.046,-0.131 0.019,-0.376 0.071,-0.245 0.034,-0.223 0.030,-1.443 0.295,-0.614 0.135,-0.280 0.070,-0.050 0.025,0.375-0.082,-0.346 0.070,-0.236 0.046,-0.957 0.191,-0.393 0.085,-0.146 0.042,0.033 0.010,-1.951 0.398,-0.025-0.030,0.339-0.116,1.379-0.265,0.186-0.022,0.319-0.047,0.395-0.061,0.120 0.038,0.242-0.001,0.314-0.028,0.348-0.046,-0.680 0.251,0.389-0.038,0.453-0.064,0.828-0.159,0.164 0.034,0.177 0.012,0.176-0.004,0.007 0.038,0.048 0.013,0.075-0.006,0.089-0.019,-0.612 0.458,-0.018 0.058,0.058-0.035,0.327-0.195,-0.057 0.045,0.022 0.000,0.076-0.031,-0.170 0.109,-0.066 0.040,0.010-0.010,0.062-0.043,-0.437 0.201,-0.228 0.094,-0.071 0.015,0.042-0.041,-0.188 0.096,-0.018 0.026,0.100-0.024,0.177-0.058,-0.474 0.386,0.047 0.066,0.165-0.017,0.232-0.071,0.073 0.024,0.025 0.024,0.093-0.051,0.134-0.098,-0.261 0.196,-0.037 0.007,0.052-0.071,-0.274 0.334,0.081 0.036,0.174-0.061,-0.244 0.277,0.138-0.042,0.247-0.136,0.530-0.498,0.065-0.059,0.116-0.105,0.145-0.131,-0.055 0.004,0.022-0.063,0.074-0.105,0.106-0.129,-0.077 0.034,0.013-0.014,0.075-0.047,0.114-0.067,-0.150 0.184,0.066-0.020,0.121-0.082,0.150-0.118,0.160-0.135,-0.257 0.424,-0.064 0.164,0.213-0.147,0.046 0.022,0.086-0.045,0.109-0.089,0.013 0.032,0.052-0.046,0.076-0.097,0.089-0.127,0.040-0.075,0.057-0.088,0.066-0.093,0.068-0.091,0.013 0.008,0.028-0.029,0.036-0.054,0.040-0.069,-0.110 0.258,0.005 0.028,0.022-0.035,-0.068 0.147,0.008 0.006,0.036-0.050,0.051-0.081,-0.003 0.000,-0.003-0.020,0.015-0.063,0.103-0.076,0.025 0.039,0.026 0.019,0.025 0.003,-0.185 0.296,-0.062 0.042,-0.020-0.018,-0.002-0.117,-0.046 0.029,-0.010-0.002,0.016-0.024,-0.292 0.560,-0.023 0.079,0.040-0.045,0.048-0.117,0.048-0.152,0.045-0.161,0.143-0.158,-0.005 0.040,0.005-0.009,0.012-0.042,-0.294 0.444,-0.065 0.113,0.014 0.021,0.064-0.039,0.007-0.070,0.001-0.033,0.038-0.080,-0.130 0.242,0.054-0.072,0.085-0.128,0.243-0.324,0.066-0.060,0.063-0.089,0.057-0.105,-0.030 0.051,0.010-0.049,0.020-0.075,0.025-0.089,0.005 0.005,0.063-0.064,0.066-0.046,0.058-0.086,0.038-0.075,0.028-0.076,0.019-0.071,0.012-0.063,0.007-0.053,0.003-0.043,-0.003 0.003,0.019-0.007,0.020 0.006,0.020 0.013,0.017 0.016,0.014 0.017,0.024 0.780</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920.000 339.000,'0.008'0.005,"0.012"0.008,0.013 0.009,0.013 0.009,0.012 0.008,0.010 0.007,0.008 0.005,0.006 0.004,0.004 0.003,0.003 0.002,0.002 0.001,0.001 0.001,0.000 0.000,0.000 0.000,-0.000-0.000,-0.000-0.000,-0.000-0.000,-0.000-0.000,-0.000-0.000,-0.000-0.000,-0.000-0.000,-0.000-0.000,-0.000-0.000,-0.000-0.000,-0.000-0.000,0.000-0.000,-0.000 0.000,0.000 0.000,0.000 0.000,0.000 0.000,0.000 0.000,0.000 0.000,0.000 0.000,0.000 0.000,0.038 0.018,0.055 0.026,0.062 0.029,0.060 0.028,0.027-0.002,0.023-0.012,0.012-0.019,0.005-0.022,-0.000-0.022,-0.003-0.021,-0.050 0.000,-0.001 0.023,0.000 0.031,-0.018 0.014,0.018 0.023,0.022 0.021,0.024 0.019,0.024 0.003,0.023-0.008,0.021-0.016,0.018-0.020,0.124 0.032,-0.014 0.009,-0.027 0.017,-0.133-0.033,-0.026 0.010,-0.024 0.010,-0.022 0.010,-0.019-0.004,-0.016-0.013,-0.013-0.019,-0.011-0.022,0.050 0.005,-0.041-0.038,-0.043-0.033,-0.041-0.027,-0.036-0.021,-0.029-0.016,-0.023-0.011,-0.017-0.007,-0.012-0.004,-0.008-0.002,-0.005-0.001,-0.002 0.000,-0.001 0.001,0.000 0.001,0.001 0.001,-0.005 0.006,-0.008 0.009,-0.009 0.010,-0.009 0.009,-0.008 0.008,-0.007 0.007,-0.005 0.005,-0.004 0.004,-0.003 0.003,-0.002 0.002,-0.001 0.001,-0.001 0.001,-0.000 0.000,-0.000-0.000,0.000-0.000,0.000-0.000,0.000-0.000,0.000-0.000,0.000-0.000,0.000-0.000,0.000-0.000,0.000-0.000,0.000-0.000,0.000-0.000,0.000-0.000,0.000 0.000,0.000-0.000,0.000 0.000,0.000 0.000,-0.000 0.000,0.000 0.000,0.000 0.000,0.000 0.000,0.000 0.000,0.000 0.000,0.000 0.000,0.000 0.000,0.000 0.000,0.000 0.000,0.000 0.000,0.000 0.000,0.000 0.000,0.000 0.000,0.000 0.000,0.000 0.000,0.000 0.000,0.000 0.000,0.000 0.000,0.000 0.000,0.000 0.000,-0.074 0.101,-0.115 0.166,-0.061 0.058,-0.047 0.023,-0.027-0.012,-0.013-0.034,-0.020 0.044,-0.033 0.049,-0.015 0.023,-0.002 0.004,-0.016 0.077,0.016 0.014,0.020-0.010,0.022-0.025,0.054-0.083,0.008-0.022,0.005-0.021,-0.068 0.151,0.029-0.012,0.033-0.040,0.034-0.054,0.031-0.058,0.027-0.057,0.023-0.051,0.006-0.039,0.005-0.043,-0.001-0.035,-0.004-0.027,-0.005-0.020,-0.006-0.014,-0.006-0.009,-0.005-0.005,-0.005-0.002,0.009 0.008,0.028 0.008,0.032 0.009,0.032 0.009,0.029 0.009,0.025 0.007,0.020 0.006,0.015 0.005,0.011 0.003,0.008 0.002,0.005 0.001,0.003 0.001,-0.040-0.020,-0.065 0.031,-0.080 0.039,-0.086 0.042,-0.099 0.029,-0.049 0.018,-0.012 0.009,0.014 0.003,-2.356 2.234</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169.000 709.000,'0.012'0.000,"0.019"0.000,0.022 0.000,0.021 0.000,0.019 0.000,0.017 0.000,0.014 0.000,0.011 0.000,0.008 0.000,0.005 0.000,0.004 0.000,0.002 0.000,0.001 0.000,0.000 0.000,-0.000 0.000,-0.001 0.000,-0.001 0.000,-0.001 0.000,-0.001 0.000,-0.001 0.000,0.044 0.000,0.066 0.000,0.075 0.000,0.216 0.000,0.184 0.000,0.229 0.000,0.082 0.000,0.007 0.000,-0.041 0.000,-0.209 0.000,-0.076 0.000,-0.080 0.000,-0.078 0.000,0.048 0.000,-0.037 0.000,-0.048 0.000,-0.051 0.000,-0.046 0.000,0.063 0.000,0.068 0.000,0.009 0.000,-0.011 0.000,-0.024 0.000,0.177 0.000,-0.008 0.000,-0.036 0.000,-0.067 0.000,0.029 0.000,-0.000 0.000,-0.021 0.000,0.222 0.000,0.026 0.000,-0.000 0.000,-0.052 0.000,0.022 0.000,-0.020 0.000,-0.047 0.000,0.008 0.000,0.007 0.000,-0.023 0.000,-0.043 0.000,0.187 0.000,-0.045 0.000,-0.072 0.000,-0.110 0.000,0.012 0.000,-0.015 0.000,-0.033 0.000,0.063 0.000,0.019 0.000,-0.012 0.000,-0.033 0.000,0.213 0.000,-0.049 0.000,-0.082 0.000,-0.095 0.000,-0.140 0.000,-0.010 0.000,-0.017 0.000,0.014 0.000,-0.027 0.000,-0.028 0.000,0.037 0.000,-0.049 0.000,-0.047 0.000,-0.042 0.000,-0.096 0.000,0.020 0.000,0.032 0.000,-0.232 0.000,0.495 0.000,0.094 0.000,0.057 0.000,0.002 0.000,-0.032 0.000,-0.050 0.000,-0.053 0.000,-0.019 0.000,-0.038 0.000,-0.048 0.000,-0.051 0.000,-0.053 0.000,-0.011 0.000,-0.010 0.000,-0.023 0.000,-0.024 0.000,-0.024 0.000,-0.022 0.000,0.097 0.000,0.083 0.000,-0.084 0.000,0.007 0.000,-0.002 0.000,-0.008 0.000,0.110 0.000,0.026 0.000,0.030 0.000,-0.111 0.000,-0.011 0.000,-0.016 0.000,-0.019 0.000,0.033 0.000,0.015 0.000,0.001 0.000,-0.008 0.000,0.090 0.000,-0.024 0.000,-0.027 0.000,-0.095 0.000,-0.023 0.000,-0.020 0.000,-0.018 0.000,0.125 0.000,0.036 0.000,0.012 0.000,0.107 0.000,0.074 0.000,0.047 0.000,-0.027 0.000,0.070 0.000,0.036 0.000,0.010 0.000,-0.021 0.000,-0.042 0.000,-0.054 0.000,-0.060 0.000,0.006-0.013,-0.002-0.022,-0.007-0.027,-0.011-0.028,0.118-0.047,-0.052-0.003,-0.060 0.010,0.025 0.017,-0.009 0.020,-0.029 0.020,-0.042 0.027,0.038 0.011,0.009 0.009,-0.012 0.008,0.065 0.006,-0.003 0.006,-0.025 0.004,-0.039 0.003,0.014 0.002,-0.011 0.001,-0.027 0.001,-0.036 0.000,0.046 0.001,-0.050-0.001,-0.046-0.001,-0.378-0.003,0.384 0.002,0.010-0.001,-0.005-0.001,0.021-0.001,0.051-0.000,0.019-0.000,-0.004-0.000,0.034-0.000,0.005-0.000,-0.015-0.000,-0.029-0.000,-0.036 0.000,-0.040 0.000,-0.040 0.000,-0.038 0.000,0.030 0.000,-0.034 0.000,-0.027 0.000,-0.075 0.000,-0.016 0.000,-0.013 0.000,-0.010 0.000,0.033 0.000,-0.026 0.000,-0.027 0.000,-0.026 0.000,-0.023 0.000,-0.020 0.000,-0.016 0.000,-0.012 0.000,0.008 0.000,0.026 0.000,0.033 0.000,0.035 0.000,0.034 0.000,-0.028 0.000,0.010 0.000,0.006 0.000,0.003 0.000,0.078 0.000,0.004 0.000,0.001 0.000,-0.061 0.000,-0.006 0.000,-0.007 0.000,-0.006 0.000,0.111 0.000,0.028 0.000,0.001 0.000,-0.017 0.000,-0.026 0.000,-0.298 0.000,0.193 0.000,0.044 0.000,3.208 0.000</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198.000 528.000,'0.043'0.000,"0.067"0.000,0.076 0.000,0.076 0.000,0.070 0.000,0.061 0.000,0.050 0.000,0.039 0.000,0.030 0.000,0.021 0.000,0.014 0.000,-0.067 0.000,0.097 0.000,0.120 0.000,1.109 0.000,0.584 0.000,0.355 0.000,0.687 0.000,0.331 0.000,0.084 0.000,-0.272 0.000,0.114 0.000,-0.039 0.000,-0.140 0.000,0.754 0.000,-0.182 0.000,-0.342 0.000,-0.920 0.000,-0.248 0.000,-0.296 0.000,-0.313 0.000,0.190 0.000,-0.344 0.000,-0.336 0.000,-0.401 0.000,-0.225 0.000,-0.191 0.000,-0.156 0.000,-0.123 0.000,-0.068 0.000,-0.015 0.000,0.014 0.000,0.034 0.000,0.007 0.000,0.003 0.000,-0.004 0.000,0.029 0.000,0.013 0.000,0.002 0.000,0.164 0.000,0.069 0.000,0.027 0.000,0.002 0.000,0.033 0.000,0.013 0.000,-0.002 0.000,0.593 0.000,0.203 0.000,0.055 0.000,-0.243 0.000,0.007 0.000,-0.038 0.000,-0.068 0.000,0.468 0.000,0.042 0.000,-0.035 0.000,-0.246 0.000,0.030 0.000,-0.017 0.000,-0.049 0.000,0.091 0.000,0.023 0.000,-0.024 0.000,-0.056 0.000,0.071 0.000,-0.004 0.000,-0.056 0.000,-0.089 0.000,-0.014 0.000,-0.068 0.000,-0.102 0.000,-0.120 0.000,0.077 0.000,-0.184 0.000,-0.165 0.000,-0.150 0.000,-0.152 0.000,-0.129 0.000,-0.103 0.000,-0.078 0.000,-0.056 0.000,-0.038 0.000,-0.024 0.000,-0.013 0.000,-0.005 0.000,-0.000 0.000,0.003 0.000,0.005 0.000,0.005 0.000,0.005 0.000,0.210 0.000,0.137 0.000,0.077 0.000,0.031 0.000,-0.000 0.000,0.162 0.000,0.039 0.000,0.072 0.000,-0.004 0.000,-0.049 0.000,-0.072 0.000,1.110 0.000</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346.000 703.000,'0.029'0.000,"0.044"0.000,0.049 0.000,0.048 0.000,0.044 0.000,0.037 0.000,0.030 0.000,0.023 0.000,0.016 0.000,0.011 0.000,0.007 0.000,0.004 0.000,-0.078-0.018,0.077-0.031,0.484-0.125,0.280-0.088,0.200-0.048,0.202-0.036,0.166-0.021,0.129-0.005,0.216-0.035,0.085-0.014,-0.008 0.001,0.020-0.007,0.022 0.002,-0.059 0.024,-0.111 0.038,0.255-0.045,0.006-0.006,-0.084 0.006,-0.140 0.013,-0.113 0.020,-0.203 0.047,-0.200 0.053,-0.203 0.015,-0.103 0.007,-0.121 0.018,-0.127 0.025,-0.111 0.029,-0.094 0.030,-0.078 0.029,-0.062 0.026,-0.048 0.023,-0.035 0.020,-0.025 0.017,-0.016 0.014,0.097-0.056,0.064-0.048,0.038-0.040,0.018-0.032,0.303-0.069,0.081 0.011,0.045 0.028,-0.174 0.056,0.026 0.003,0.007-0.002,-0.007-0.006,-0.732 0.133,0.988-0.236,-0.019-0.017,-0.076 0.011,0.005-0.008,0.057-0.007,0.012 0.013,-0.018 0.026,0.409-0.086,0.040 0.006,-0.056 0.032,0.672-0.150,0.309-0.082,0.060-0.033,-2.122 0.464,2.242-0.517,-0.079 0.026,-0.188 0.066,-0.467 0.163,-0.056 0.057,-0.116 0.057,-0.151 0.053,0.457 0.023,-0.077 0.061,-0.136 0.048,-1.562 0.060,1.623-0.019,-0.046 0.024,-0.107 0.015,0.063 0.008,-0.036 0.004,-0.112 0.001,-0.151-0.001,0.114-0.003,0.094-0.003,0.025-0.003,-1.457-0.009,1.419 0.005,0.096-0.002,0.035-0.001,0.270-0.001,0.163-0.001,0.054-0.001,-0.024-0.001,0.996-0.001,0.151-0.000,-0.007-0.000,-0.508 0.000,0.064 0.000,-0.040 0.000,-0.110 0.000,0.233 0.000,0.087 0.000,-0.020 0.000,-0.093 0.000,-2.394 0.000,3.994-0.000,0.265 0.000,-0.060 0.000,0.135 0.000,-0.175 0.000,-0.351 0.000,-0.972 0.000,-0.157 0.000,-0.224 0.000,-0.260 0.000,0.862 0.000,-0.110 0.000,-0.237 0.000,-0.418 0.000,-0.024 0.000,-0.121 0.000,-0.180 0.000,-0.111 0.000,-0.031 0.000,-0.078 0.000,-0.107 0.000,0.065 0.000,-0.032 0.000,-0.098 0.000,-0.138 0.000,0.669 0.000,-0.057 0.000,-0.158 0.000,0.129 0.000,-0.041 0.000,-0.141 0.000,-2.091 0.000,1.741 0.000,0.035 0.000,-0.043 0.000,-0.095 0.000,0.707 0.000,-0.025 0.000,-0.139 0.000,0.193 0.000,0.047 0.000,-0.048 0.000,-2.322 0.000,2.611 0.000,0.064 0.000,-0.063 0.000,-0.474 0.000,0.066 0.000,-0.007 0.000,-0.058 0.000,1.765 0.000,0.489 0.000,0.083 0.000,-0.868 0.000,-0.049 0.000,-0.186 0.000,-0.271 0.000,0.747 0.000,-0.396 0.000,-0.495 0.000,-0.958 0.000,-0.280 0.000,-0.288 0.000,-0.278 0.000,0.128-0.089,-0.371-0.046,-0.339-0.016,-0.289 0.004,-0.233 0.015,-0.179 0.021,-0.142 0.020,-0.032-0.009,-0.006-0.015,0.012-0.018,0.047 0.003,0.040 0.004,0.023 0.010,0.011 0.013,0.214-0.032,0.081-0.020,0.051-0.027,-0.577 0.148,0.679-0.134,0.115-0.010,0.056-0.008,0.014-0.006,-0.016-0.005,-0.001 0.013,0.045 0.017,0.286-0.085,0.005-0.012,-0.052 0.015,-1.026 0.200,1.188-0.284,0.023-0.046,-0.052-0.024,0.130 0.019,0.064 0.044,0.017 0.055,0.003 0.026,0.120 0.003,0.023 0.017,-0.045 0.026,0.039 0.025,0.040 0.006,-0.028 0.001,-0.073-0.003,0.461-0.063,-0.078-0.017,-0.138-0.016,-0.024-0.070,-0.119-0.014,-0.168 0.022,-0.283 0.043,0.001-0.002,-0.031 0.014,-0.051 0.025,0.084-0.022,0.013 0.000,-0.037 0.015,-0.069 0.025,0.072 0.030,0.006 0.032,-0.040 0.032,-0.070 0.030,0.523 0.013,0.041 0.035,-0.069 0.028,-0.194 0.021,-0.225 0.014,-0.238 0.010,-0.227 0.006,-0.201 0.003,-0.169 0.001,-0.135-0.000,-0.103-0.001,-0.075-0.002,-0.051-0.002,-0.032-0.002,0.927 0.002</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791.000 660.000,'0.016'0.005,"0.025"0.008,0.028 0.009,0.027 0.009,0.025 0.008,0.021 0.007,0.017 0.006,0.013 0.004,0.009 0.003,0.006 0.002,0.004 0.001,0.002 0.001,0.001 0.000,0.000 0.000,-0.000-0.000,-0.001-0.000,-0.005 0.006,0.017 0.019,0.021 0.022,0.021 0.022,0.020 0.021,0.018 0.018,0.015 0.016,0.012 0.012,0.009 0.010,-0.034-0.038,0.021-0.014,0.025-0.018,0.026-0.020,0.060 0.001,-0.013-0.009,-0.027-0.004,-0.034 0.000,-0.036 0.003,-0.035 0.004,-0.032 0.005,0.006 0.031,-0.015 0.018,-0.008 0.018,-0.002 0.017,0.001 0.014,0.003 0.012,0.004 0.009,0.004 0.006,-0.024-0.024,0.005 0.004,0.005 0.005,0.006 0.005,0.005 0.004,0.005 0.004,0.004 0.003,0.003 0.002,-0.029-0.030,0.003 0.003,0.004 0.004,0.004 0.004,0.040 0.055,-0.051-0.029,-0.061-0.036,-0.062-0.037,-0.057-0.035,-0.049-0.030,-0.039-0.025,-0.030-0.019,-0.022-0.014,-0.015-0.010,-0.010-0.006,-0.005-0.004,-0.002-0.002,-0.000-0.000,0.001 0.000,0.002 0.001,0.002 0.001,0.002 0.001,0.002 0.001,0.001 0.001,0.001 0.001,0.001 0.001,0.001 0.000,0.000 0.000,-0.104 0.005,-0.087 0.021,-0.055 0.025,-0.030 0.026,-0.292 0.121,-0.132 0.041,-0.068 0.002,0.136-0.005,-0.005 0.035,0.024 0.021,0.043 0.010,-3.053 1.416</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886.000 889.000,'0.013'0.000,"0.020"0.000,0.022 0.000,0.022 0.000,0.019 0.000,0.016 0.000,0.013 0.000,0.010 0.000,0.007 0.000,0.005 0.000,0.003 0.000,0.002 0.000,0.001 0.000,0.000 0.000,-0.000 0.000,-0.001 0.000,-0.001 0.000,-0.001 0.000,-0.001 0.000,-0.000 0.000,-0.000 0.000,-0.000 0.000,-0.000 0.000,-0.000 0.000,-0.000 0.000,-0.000 0.000,0.000 0.000,0.104 0.000,0.163 0.000,0.505 0.000,0.253 0.000,0.220 0.000,0.026 0.000,-0.047 0.000,-0.184 0.000,0.029 0.000,-0.018 0.000,-0.050 0.000,0.254 0.000,-0.114 0.000,-0.150 0.000,0.025 0.000,-0.099 0.000,-0.144 0.000,-0.158 0.000,-0.152 0.000,-0.135 0.000,-0.113 0.000,-0.090 0.000,-0.054 0.000,0.013 0.000,0.034 0.000,0.045 0.000,0.049 0.000,0.166 0.000,0.037 0.000,-0.013 0.000,-0.042 0.000,-0.056 0.000,-0.059 0.000,-0.012 0.000,0.047 0.000,0.023 0.000,0.005 0.000,0.112 0.000,-0.022 0.000,-0.032 0.000,-0.131 0.000,-0.025 0.000,-0.023 0.000,-0.021 0.000,0.049 0.013,0.041 0.022,0.034 0.027,0.027 0.028,0.165 0.037,0.026 0.004,-0.013-0.007,-0.037-0.014,-0.050-0.017,-0.054-0.018,-0.053-0.017,-0.049-0.015,-0.055-0.017,0.017-0.007,0.011-0.006,0.096-0.004,-0.014-0.006,-0.024-0.004,-0.028-0.002,-0.048-0.000,0.022-0.000,0.014-0.000,0.142-0.001,-0.009 0.000,-0.021 0.001,-0.017 0.001,0.046 0.000,0.017 0.000,-0.004 0.000,0.117 0.000,-0.041 0.000,-0.049 0.000,-0.023 0.000,-0.025 0.000,-0.047 0.000,-0.058 0.000,-0.060 0.000,-0.057 0.000,-0.052-0.000,-0.044 0.000,-0.036 0.000,-0.028-0.000,-0.015 0.000,0.024 0.000,0.035 0.000,0.041-0.000,0.112 0.028,0.033 0.043,0.017 0.048,-0.013-0.012,0.052 0.003,0.040-0.004,0.030-0.008,0.007-0.011,-0.008-0.012,-0.019-0.013,-0.025-0.012,0.078 0.042,0.039 0.024,0.010 0.011,-0.010 0.001,0.002 0.007,0.011 0.011,0.017 0.013,0.020 0.014,0.044 0.011,-0.004-0.011,-0.012-0.018,-0.017-0.021,0.142-0.019,0.072-0.023,0.036-0.021,0.121-0.022,0.098-0.013,0.023-0.011,-0.030-0.009,0.001-0.007,-0.031-0.005,-0.051-0.004,-0.063-0.003,-0.027-0.002,-0.055-0.001,-0.071-0.000,-0.078 0.000,0.149-0.001,-0.065 0.001,-0.079 0.001,-0.149 0.002,-0.019 0.001,-0.029 0.001,-0.035 0.001,0.073 0.000,-0.051 0.001,-0.046 0.000,-0.124 0.000,-0.025 0.000,-0.021 0.000,-0.017 0.000,0.040 0.000,0.024 0.000,0.012-0.000,0.003 0.000,0.103 0.000,0.060-0.000,0.027 0.000,0.003 0.000,0.237-0.000,0.050 0.000,0.016 0.000,-0.079-0.000,0.051 0.000,0.018 0.000,-0.006 0.000,0.084 0.000,0.036 0.000,0.001 0.000,-0.024 0.000,0.525-0.084,0.110-0.045,-0.008-0.017,-0.390 0.031,-0.100 0.007,-0.113 0.010,-0.116 0.013,0.149-0.025,-0.126-0.013,-0.131-0.019,-0.122-0.021,-0.204 0.045,-0.014 0.006,0.003 0.010,0.092-0.026,-0.023-0.009,-0.031-0.014,-0.033-0.016,-0.098 0.035,-0.011 0.007,-0.006 0.011,0.114-0.004,0.023 0.020,-0.000 0.020,-0.016 0.018,-0.024 0.016,0.044 0.013,0.060 0.012,0.063 0.009,0.000 0.007,-0.018 0.005,-0.131 0.001,-0.024 0.001,-0.023 0.001,-0.022 0.000,-0.002-0.015,-0.020-0.025,-0.017-0.029,-0.014-0.031,0.043-0.039,-0.005-0.002,-0.002 0.010,0.084 0.017,0.046 0.019,0.019 0.020,-0.377 0.058,0.444-0.036,0.017 0.015,-0.014 0.012,-0.032 0.009,-0.124 0.007,0.011 0.003,0.021 0.002,0.089 0.002,-0.016 0.001,-0.030 0.001,-0.037 0.000,-0.039-0.000,0.110-0.001,0.121-0.000,0.142-0.000,0.011-0.001,-0.031-0.000,-0.055-0.000,-0.081-0.000,-0.008-0.000,-0.020-0.000,0.119-0.000,0.067-0.000,0.019-0.000,-0.014-0.000,0.016-0.000,-0.017 0.000,-0.039 0.000,-0.052 0.000,0.048 0.000,0.009 0.000,-0.019 0.000,-0.038 0.000,0.297 0.000,0.053 0.000,0.003 0.000,-0.194 0.000,-0.021 0.000,-0.044 0.000,-0.058 0.000,0.280 0.000,0.036 0.000,-0.007 0.000,-0.143 0.000,0.011 0.000,-0.026 0.000,-0.050 0.000,0.055 0.000,0.019 0.000,-0.007 0.000,-0.024 0.000,0.018 0.000,-0.007 0.000,-0.024 0.000,-0.034 0.000,0.160 0.000,-0.022 0.000,-0.046 0.000,-0.058 0.000,0.055 0.000,-0.047 0.000,-0.071 0.000,0.031 0.000,0.008 0.000,-0.007 0.000,0.040 0.000,-0.018 0.000,-0.052 0.000,0.038 0.000,0.020 0.000,-0.024 0.000,-0.109 0.000,-0.015 0.000,-0.033 0.000,-0.045 0.000,0.108 0.000,-0.037 0.000,-0.059 0.000,-0.068 0.000,-0.069 0.000,-0.076 0.000,0.019 0.000,0.045 0.000,0.015 0.000,0.011 0.000,0.008 0.000,0.123 0.000,-0.028 0.000,-0.039 0.000,-0.039 0.000,0.038 0.000,0.010 0.000,-0.010 0.000,0.043 0.000,0.025 0.000,0.010 0.000,0.000 0.000,-0.021 0.000,-0.033 0.000,-0.041 0.000,-0.044 0.000,0.177 0.000,0.030 0.000,0.016 0.000,-0.099 0.000,-0.046 0.000,-0.056 0.000,-0.058 0.000,-0.056 0.000,-0.033 0.000,-0.011 0.000,0.002 0.000,0.011 0.000,-0.002 0.000,0.000 0.000,-0.002 0.000,0.076 0.000,0.011 0.000,-0.110 0.000,-0.010 0.000,-0.011 0.000,-0.012 0.000,0.264 0.000,0.121 0.000,0.072 0.000,0.008 0.000,-0.032 0.000,-0.054 0.000,-0.185 0.000,-0.045 0.000,-0.042 0.000,-0.038 0.000,0.051 0.000,-0.036 0.000,-0.028 0.000,-0.039 0.000,0.021 0.000,0.009 0.000,0.001 0.000,-0.273 0.000,0.446 0.000,0.027 0.000,-0.002 0.000,-0.024 0.000,0.047 0.000,0.015 0.000,-0.008 0.000,0.203 0.000,-0.005 0.000,-0.041 0.000,-0.087 0.000,0.023 0.000,-0.007 0.000,-0.027 0.000,0.026 0.000,0.009 0.000,-0.003 0.000,-0.012 0.000,0.435 0.000,0.091 0.000,-0.007 0.000,-0.065 0.000,-0.918 0.000,0.865 0.000,0.068 0.000,-0.132 0.000,-0.014 0.000,-0.049 0.000,-0.071 0.000,0.047 0.000,-0.048 0.000,-0.062 0.000,-0.067 0.000,-0.066 0.000,-0.006 0.000,-0.054 0.000,0.076 0.000,-0.030 0.000,-0.055 0.000,-0.065 0.000,-0.178 0.000,-0.023 0.000,-0.017 0.000,0.171 0.000,0.026 0.000,0.000 0.000,-0.120 0.000,-0.018 0.000,-0.019 0.000,-0.020 0.000,0.035 0.000,0.017 0.000,0.004 0.000,-0.005 0.000,0.090 0.000,-0.019 0.000,-0.023 0.000,-0.024 0.000,0.011 0.000,-0.007 0.000,-0.019 0.000,-0.025 0.000,0.169 0.000,0.084 0.000,-0.010 0.000,0.052 0.000,0.027 0.000,0.008 0.000,0.034 0.000,-0.002 0.000,-0.028 0.000,-0.044 0.000,0.206 0.000,0.004 0.000,-0.015 0.000,-0.104 0.000,0.005 0.000,-0.012 0.000,-0.023 0.000,0.074 0.000,0.002 0.000,-0.019 0.000,-0.032 0.000,-0.057 0.000,0.005 0.000,-0.007 0.000,-0.016 0.000,0.267 0.000,0.062 0.000,0.037 0.000,-0.095 0.000,-0.016 0.000,-0.049 0.000,-0.087 0.000,-0.035 0.000,-0.052 0.000,-0.061 0.000,0.157 0.000,-0.046 0.000,-0.064 0.000,-0.042 0.000,-0.033 0.000,-0.052 0.000,-0.061 0.000,-0.062 0.000,-0.015 0.000,0.024 0.000,0.098 0.000,-0.011 0.000,-0.025 0.000,-0.130 0.000,-0.024 0.000,-0.023 0.000,-0.021 0.000,-0.019 0.000,-0.016 0.000,-0.013 0.000,-0.010 0.000,-0.008 0.000,-0.006 0.000,-0.004 0.000,-0.003 0.000,0.052 0.000,0.033 0.000,0.019 0.000,0.008 0.000,0.042 0.000,-0.016 0.000,-0.023 0.000,-0.026 0.000,-0.026 0.000,0.094 0.000,0.072 0.000,0.060 0.000,-0.092 0.000,0.006 0.000,-0.001 0.000,0.138 0.000,-0.028 0.000,-0.036 0.000,0.046 0.000,0.009 0.000,-0.015 0.000,0.069 0.000,-0.003 0.000,-0.035 0.000,-0.052 0.000,-0.104 0.000,0.003 0.000,-0.008 0.000,-0.015 0.000,0.167 0.000,0.016 0.000,-0.012 0.000,0.002 0.000,-0.018 0.000,-0.100 0.000,0.009 0.000,-0.006 0.000,-0.016 0.000,-0.022 0.000,-0.025 0.000,-0.026 0.000,-0.025 0.000,0.062 0.000,-0.026 0.000,-0.021 0.000,-0.091 0.000,-0.012 0.000,-0.010 0.000,-0.007 0.000,-0.005 0.000,-0.004 0.000,-0.002 0.000,-0.001 0.000,0.152 0.000,0.050 0.000,0.022 0.000,-0.076 0.000,-0.010 0.000,-0.015 0.000,-0.017 0.000,-0.035 0.000,-0.014 0.000,-0.012 0.000,-0.010 0.000,0.105 0.000,0.055 0.000,0.041 0.000,0.028 0.000,0.017 0.000,0.032 0.000,0.010 0.000,0.032 0.000,0.011 0.000,-0.011 0.000,-0.026 0.000,0.181 0.000,-0.013 0.000,-0.042 0.000,-0.128 0.000,-0.008 0.000,-0.022 0.000,-0.030 0.000,0.018 0.000,-0.002 0.000,-0.016 0.000,-0.025 0.000,0.037 0.000,0.025 0.000,0.015 0.000,0.007 0.000,0.216 0.000,0.007 0.000,-0.034 0.000,-0.140 0.000,-0.010 0.000,-0.026 0.000,-0.036 0.000,0.080 0.000,-0.014 0.000,-0.033 0.000,-0.043 0.000,-0.050 0.000,-0.036 0.000,-0.031 0.000,-0.010 0.000,0.011 0.000,-0.001 0.000,-0.010 0.000,-0.015 0.000,-0.018 0.000,-0.019 0.000,-0.018 0.000,0.065 0.000,-0.018 0.000,-0.015 0.000,-0.033 0.000,0.024 0.000,0.011 0.000,0.001 0.000,-0.005 0.000,-0.010 0.000,-0.012 0.000,-0.013 0.000,0.060 0.000,-0.040 0.000,-0.042 0.000,-0.040 0.000,-0.035 0.000,-0.029 0.000,-0.023 0.000,-0.031 0.000,0.035 0.000,0.048 0.000,0.054 0.000,0.026 0.000,0.015 0.000,0.006 0.000,0.175 0.000,0.041 0.000,0.008 0.000,-0.020 0.000,0.049 0.000,0.016 0.000,-0.007 0.000,-0.010 0.000,-0.011 0.000,-0.012 0.000,-0.011 0.000,0.193 0.000,-0.002 0.000,-0.035 0.000,-0.075 0.000,0.027 0.000,-0.003 0.000,-0.024 0.000,0.123 0.000,0.058 0.000,0.011 0.000,-0.023 0.000,0.391 0.000,0.043 0.000,-0.049 0.000,-0.043 0.000,-0.087 0.000,-0.120 0.000,-0.130 0.000,-0.183 0.000,-0.040 0.000,-0.046 0.000,-0.047 0.000,0.228 0.000,0.031 0.000,-0.016 0.000,0.041 0.000,-0.012 0.000,-0.043 0.000,0.025 0.000,-0.019 0.000,-0.045 0.000,-0.019 0.000,-0.009 0.000,-0.029 0.000,0.080 0.000,-0.007 0.000,-0.035 0.000,-0.063 0.000,0.031 0.000,0.001 0.000,-0.019 0.000,0.418 0.000,0.159 0.000,0.083 0.000,-0.041 0.053,0.125 0.034,0.055 0.019,0.003 0.008,-1.079-0.087,1.581 0.140,0.033 0.029,-0.031 0.029,0.072-0.001,-0.039-0.019,-0.103-0.029,-0.327-0.057,-0.021-0.021,-0.068-0.020,-0.096-0.018,0.008-0.016,-0.026-0.013,-0.048-0.011,-0.061-0.009,0.336-0.007,-0.084-0.007,-0.146-0.004,-0.155-0.001,-0.102-0.001,-0.114 0.000,-0.113 0.001,-0.104 0.001,0.003 0.001,-0.003 0.001,-0.006 0.001,-0.165 0.001,-0.025 0.000,-0.027 0.000,0.107 0.000,-0.007 0.000,0.000 0.000,-0.109 0.000,-0.026 0.000,-0.030 0.000,-0.031 0.000,0.232 0.000,0.053-0.000,0.003 0.000,-0.004-0.000,0.072-0.000,0.022 0.000,-0.013-0.000,0.188 0.000,-0.065 0.000,-0.074 0.000,-0.073-0.000,-0.247 0.000,-0.038 0.000,-0.033 0.000,0.176 0.000,-0.002 0.000,-0.024 0.000,-0.078 0.000,0.027 0.000,0.018 0.000,0.010 0.000,0.044 0.000,0.012 0.000,-0.011 0.000,-0.026 0.000,0.265 0.000,0.031 0.000,-0.026 0.000,-0.160 0.000,-0.015 0.000,-0.033 0.000,-0.043 0.000,0.115 0.000,0.042 0.000,0.013 0.000,-0.007 0.000,0.210 0.000,0.018 0.000,-0.016 0.000,0.156 0.000,0.021 0.000,-0.045 0.000,-0.081 0.000,0.261 0.000,0.088 0.000,-0.003 0.000,-0.034 0.000,-0.089 0.000,-0.115 0.000,-0.301 0.000,-0.046 0.000,-0.054 0.000,0.096 0.000,0.018 0.000,-0.006 0.000,-0.022 0.000,0.227 0.000,-0.047 0.000,-0.085 0.000,0.044 0.000,-0.021 0.000,-0.068 0.000,-0.093 0.000,-0.198 0.000,-0.057 0.000,-0.049 0.000,0.089 0.000,-0.031 0.000,-0.051 0.000,-0.059 0.000,-0.060 0.000,-0.056 0.000,-0.049 0.000,-0.040 0.000,-0.008 0.000,0.009 0.000,0.020 0.000,0.026 0.000,0.028 0.000,0.113 0.000,0.060 0.000,0.026 0.000,-0.101 0.000,-0.009 0.000,-0.013 0.000,-0.015 0.000,-0.016 0.000,-0.015 0.000,-0.014 0.000,-0.013 0.000,0.148 0.000,0.036 0.000,0.011 0.000,-0.054 0.000,0.021 0.000,0.004 0.000,-0.008 0.000,0.037 0.000,0.013 0.000,-0.004 0.000,-0.016 0.000,0.030 0.000,0.007 0.000,-0.009 0.000,-0.020 0.000,0.173 0.000,0.003 0.000,-0.026 0.000,-0.040 0.000,0.057 0.000,0.031 0.000,0.012 0.000,0.272 0.000,0.033 0.000,-0.008 0.000,-0.138 0.000,0.012 0.000,-0.025 0.000,-0.048 0.000,0.173 0.000,-0.067 0.000,-0.094 0.000,-0.104 0.000,-0.111 0.000,-0.121 0.000,-0.110 0.000,-0.095 0.000,-0.077 0.000,-0.060 0.000,-0.044 0.000,-0.031 0.000,-0.020 0.000,-0.011 0.000,-0.005 0.000,-0.001 0.000,0.001 0.000,0.003 0.000,0.004 0.000,0.004 0.000,0.004 0.000,0.003 0.000,0.003 0.000,0.002 0.000,0.001 0.000,0.001 0.000,0.001 0.000,0.000 0.000,0.031 0.000,0.053 0.000,0.062 0.000,0.062 0.000,0.070 0.000,0.071 0.000,0.065 0.000,0.235 0.000,0.096 0.000,0.021 0.000,-0.066 0.000,0.055 0.000,0.022 0.000,-0.002 0.000,0.102 0.000,0.062 0.000,0.030 0.000,0.007 0.000,0.657 0.000,0.160 0.000,0.000 0.000,-0.351 0.000,-0.050 0.000,-0.098 0.000,-0.126 0.000,-0.085 0.000,-0.106 0.000,-0.114 0.000,-0.114 0.000,1.479-0.000</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25T22:18:20"/>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789.000 902.000,'0.015'0.000,"0.023"0.000,0.025 0.000,0.024 0.000,0.022 0.000,0.018 0.000,0.015 0.000,0.011 0.000,0.008 0.000,0.005 0.000,0.003 0.000,0.002 0.000,0.001 0.000,-0.000 0.000,-0.000 0.000,-0.001 0.000,-0.001 0.000,-0.001 0.000,-0.001 0.000,-0.000 0.000,-0.000 0.000,-0.000 0.000,-0.000 0.000,-0.000 0.000,-0.131 0.003,0.339 0.104,0.172 0.076,0.143 0.060,0.205 0.098,0.233 0.088,0.168 0.052,0.114 0.024,0.270 0.056,0.151 0.022,0.061-0.002,-0.005-0.019,0.792 0.159,0.023-0.051,-0.157-0.087,-0.395-0.164,-0.081-0.074,-0.134-0.071,-0.161-0.064,0.250-0.040,-0.162-0.063,-0.200-0.047,-0.385-0.034,-0.087-0.016,-0.111-0.012,-0.121-0.008,0.033-0.008,-0.113-0.003,-0.120-0.000,-0.117 0.001,-0.106 0.002,-0.033-0.016,-0.070-0.023,-0.046-0.026,-0.027-0.026,-0.013-0.024,0.040-0.017,0.038-0.031,0.017-0.031,0.051 0.016,0.082-0.014,0.053-0.012,0.030-0.010,0.369-0.050,0.093 0.029,0.019 0.039,-0.218 0.070,-0.026 0.026,-0.053 0.024,-0.068 0.022,0.198-0.078,-0.075-0.021,-0.096 0.002,-0.100 0.016,-0.093 0.023,-0.081 0.026,-0.071 0.020,0.019-0.009,0.015-0.016,0.010-0.019,0.172-0.031,0.020 0.009,-0.018 0.018,-0.114 0.040,-0.000 0.014,-0.017 0.014,-0.027 0.013,0.170 0.006,-0.006 0.015,-0.033 0.012,-0.166 0.009,-0.036 0.004,-0.036 0.003,-0.033 0.002,0.143 0.002,0.040 0.001,0.002 0.000,-0.024-0.000,-0.039-0.000,0.125-0.001,0.098-0.001,0.114-0.001,0.089-0.000,0.039-0.000,0.002-0.000,0.419-0.000,0.074-0.000,0.007-0.000,-0.241-0.000,0.001-0.000,-0.038-0.000,-0.063-0.000,-0.859 0.000,0.937-0.000,0.007 0.000,-0.033 0.000,-0.059 0.000,0.230 0.000,-0.054 0.000,-0.106 0.000,-0.158 0.000,-0.014 0.000,-0.037 0.000,-0.051 0.000,0.101 0.000,0.042 0.000,-0.001 0.000,-0.031 0.000,-0.011 0.000,-0.049 0.000,-0.073 0.000,-0.086 0.000,0.243 0.000,-0.041 0.000,-0.083 0.000,-0.207 0.000,-0.037 0.000,-0.049 0.000,-0.055 0.000,-0.003 0.000,-0.020 0.000,-0.031 0.000,-0.037 0.000,0.325 0.000,0.080 0.000,0.002 0.000,-0.093 0.000,-0.005 0.000,-0.029 0.000,-0.043 0.000,-0.050 0.000,-0.013 0.000,-0.024 0.000,-0.040 0.000,-0.049 0.000,0.103 0.000,0.026 0.000,0.015 0.000,0.003 0.000,0.046 0.000,0.008 0.000,0.196 0.000,0.050 0.000,-0.001 0.000,-0.034 0.000,0.045 0.000,0.070 0.000,0.025 0.000,0.329 0.000,-0.021 0.000,-0.076 0.000,-1.096 0.000,1.047 0.000,-0.075 0.000,-0.092 0.000,0.044 0.000,-0.043 0.000,-0.094 0.000,-0.169 0.000,0.009 0.000,-0.014 0.000,-0.029 0.000,0.392 0.000,0.130 0.000,0.020 0.000,-0.053 0.000,-0.097 0.000,0.113 0.000,0.014 0.000,0.211 0.000,-0.001 0.000,-0.076 0.000,-0.265 0.000,0.001 0.000,-0.025 0.000,-0.041 0.000,0.030 0.000,-0.029 0.000,-0.069 0.000,-0.092 0.000,0.016 0.000,-0.016 0.000,-0.038 0.000,-0.051 0.000,0.247 0.000,0.026 0.000,-0.015 0.000,-0.040 0.000,0.203 0.000,0.051 0.000,-0.000 0.000,-1.119 0.000,0.996 0.000,-0.032 0.000,-0.078 0.000,-0.127 0.000,-0.045 0.000,-0.056 0.000,-0.061 0.000,0.192 0.000,-0.077 0.000,-0.101 0.000,-0.051 0.000,-0.009 0.000,-0.016 0.000,0.108 0.000,0.032 0.000,-0.019 0.000,-0.050 0.000,-0.066 0.000,0.136 0.000,0.150 0.000,0.105 0.000,0.078 0.000,0.013 0.000,-0.032 0.000,0.318 0.000,-0.076 0.000,-0.116 0.000,-0.305 0.000,-0.035 0.000,-0.039 0.000,-0.041 0.000,-0.012 0.000,-0.046 0.000,-0.066 0.000,-0.077 0.000,0.039 0.000,0.012 0.000,-0.008 0.000,-0.022 0.000,0.221 0.000,-0.042 0.000,-0.078 0.000,-0.176 0.000,-0.009 0.000,-0.016 0.000,-0.021 0.000,0.229 0.000,0.020 0.000,-0.008 0.000,-0.045 0.000,0.028 0.000,0.010 0.000,-0.003 0.000,0.151 0.000,0.015 0.000,-0.043 0.000,-0.092 0.000,0.019 0.000,-0.010 0.000,-0.030 0.000,0.344 0.000,0.023 0.000,-0.036 0.000,-0.209 0.000,-0.013 0.000,-0.049 0.000,-0.072 0.000,0.076 0.000,0.015 0.000,-0.028 0.000,-0.057 0.000,0.092 0.018,-0.059 0.029,-0.051 0.033,-0.041 0.034,-0.140-0.005,-0.021 0.001,-0.015-0.005,0.193 0.010,-0.018-0.018,-0.053-0.019,-0.100-0.027,0.017-0.011,-0.012-0.009,-0.031-0.008,0.063-0.007,0.019-0.005,-0.012-0.004,-0.034-0.003,0.060-0.002,0.015-0.002,-0.017-0.001,-0.038-0.000,0.069-0.000,0.033 0.000,0.006 0.000,-0.012 0.000,0.348-0.000,0.047 0.001,-0.016 0.001,0.038 0.001,0.060 0.000,-0.007 0.000,-0.050 0.000,-0.075 0.000,0.057 0.000,-0.009 0.000,0.112 0.000,-0.034 0.000,-0.072 0.000,-0.217-0.000,-0.020 0.000,-0.052 0.000,-0.072-0.000,0.052 0.013,0.028 0.022,0.010 0.027,-0.003 0.028,0.296 0.074,-0.011 0.046,-0.053 0.039,-0.941-0.202,1.114 0.229,0.036 0.021,-0.037 0.016,0.033 0.012,-0.011 0.008,-0.036 0.005,-0.247-0.071,0.011-0.003,0.003-0.003,-0.003-0.002,0.073-0.015,0.016-0.024,-0.025-0.028,-0.052-0.030,0.092 0.037,0.027 0.029,-0.020 0.021,-0.051 0.015,0.368 0.080,0.101 0.017,-0.021-0.011,-0.101-0.029,-0.148-0.039,0.159 0.046,-0.047-0.010,-0.132-0.056,0.016-0.006,-0.034-0.005,-0.066-0.003,0.263 0.055,-0.079-0.006,-0.104-0.008,-0.111-0.008,-0.160-0.053,-0.042-0.029,-0.050-0.032,0.083-0.025,-0.019-0.034,-0.038-0.030,0.151-0.023,-0.015-0.022,-0.075-0.016,-0.165-0.011,0.013-0.005,-0.012-0.004,-0.029-0.003,0.338 0.024,0.030 0.042,-0.028 0.049,-0.237-0.009,-0.021 0.004,-0.038-0.003,-0.047-0.007,0.068-0.010,0.038-0.012,0.016-0.012,-0.001-0.011,0.080-0.011,0.026-0.009,-0.012-0.008,-0.039-0.007,0.413-0.005,0.000-0.006,-0.093-0.004,-0.249-0.001,-0.015-0.001,-0.041-0.001,-0.057-0.000,-0.026 0.000,-0.056 0.000,-0.073 0.000,-0.082 0.000,0.234 0.000,-0.028 0.001,-0.069 0.001,-0.135 0.001,0.005 0.000,-0.024 0.000,-0.042 0.000,0.288 0.000,0.071 0.000,0.005 0.000,-0.038 0.000,-0.091 0.000,0.020 0.000,-0.010 0.000,-0.030 0.000,0.346 0.000,0.021 0.000,-0.038-0.000,0.032 0.000,0.050 0.000,0.009-0.000,-0.146 0.000,-0.013 0.000,-0.058 0.000,-0.086 0.000,0.311 0.000,-0.091 0.000,-0.144 0.000,-0.163 0.000,-0.052 0.000,-0.007 0.000,-0.009-0.053,0.052-0.034,0.000-0.019,-0.036-0.008,0.064-0.027,-0.057-0.012,-0.057-0.011,-0.054-0.010,-0.048-0.008,-0.087 0.018,-0.037 0.014,0.044 0.012,0.046-0.004,0.021-0.008,0.003-0.011,-0.023 0.001,-0.040 0.009,-0.050 0.015,-0.054 0.017,0.093-0.002,-0.029 0.028,-0.014 0.025,-0.095-0.026,0.006-0.023,-0.010-0.009,-0.021 0.000,-0.014 0.007,-0.008 0.011,-0.004 0.013,-0.001 0.014,0.106 0.002,-0.027 0.020,-0.034 0.017,-0.130 0.004,-0.026-0.014,-0.023-0.021,-0.020-0.024,0.002-0.021,-0.022-0.002,-0.021 0.006,-0.018 0.011,-0.015 0.014,0.616-0.141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个完整的工作流程首先是数据准备阶段。我们需要加载知识图谱数据集，构建DGL图结构，并预处理真实答案用于后续评估。然后是模型训练阶段，我们初始化RGCN模型，通过前向传播逐层执行卷积操作，并使用负采样损失来优化模型参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模型训练完成后，就进入了评估阶段。我们首先计算模型对所有实体的预测分数，然后通过答案过滤屏蔽掉已知的真实答案，以避免高估模型性能。接着，我们对预测分数进行排序，计算真实答案的排名，最后统计MRR和Hits@k等关键指标来评估模型的最终性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知识图谱领域，GNN有三个核心应用。首先是链接预测，也就是预测知识图谱中缺失的三元组，这是RGCN的核心任务，我们通常用MRR和Hits@k等指标来评估模型性能，这对应了代码中的get_total_rank和filter_score函数。其次是实体分类，即预测实体的类型。最后是关系抽取，从文本中自动提取实体之间的关系，用于构建或补全知识图谱。</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9" Type="http://schemas.openxmlformats.org/officeDocument/2006/relationships/customXml" Target="../ink/ink5.xml"/><Relationship Id="rId8" Type="http://schemas.openxmlformats.org/officeDocument/2006/relationships/image" Target="../media/image18.png"/><Relationship Id="rId7" Type="http://schemas.openxmlformats.org/officeDocument/2006/relationships/customXml" Target="../ink/ink4.xml"/><Relationship Id="rId6" Type="http://schemas.openxmlformats.org/officeDocument/2006/relationships/image" Target="../media/image17.png"/><Relationship Id="rId5" Type="http://schemas.openxmlformats.org/officeDocument/2006/relationships/customXml" Target="../ink/ink3.xml"/><Relationship Id="rId4" Type="http://schemas.openxmlformats.org/officeDocument/2006/relationships/image" Target="../media/image16.png"/><Relationship Id="rId38" Type="http://schemas.openxmlformats.org/officeDocument/2006/relationships/slideLayout" Target="../slideLayouts/slideLayout2.xml"/><Relationship Id="rId37" Type="http://schemas.openxmlformats.org/officeDocument/2006/relationships/image" Target="../media/image33.png"/><Relationship Id="rId36" Type="http://schemas.openxmlformats.org/officeDocument/2006/relationships/customXml" Target="../ink/ink18.xml"/><Relationship Id="rId35" Type="http://schemas.openxmlformats.org/officeDocument/2006/relationships/image" Target="../media/image32.png"/><Relationship Id="rId34" Type="http://schemas.openxmlformats.org/officeDocument/2006/relationships/customXml" Target="../ink/ink17.xml"/><Relationship Id="rId33" Type="http://schemas.openxmlformats.org/officeDocument/2006/relationships/image" Target="../media/image31.png"/><Relationship Id="rId32" Type="http://schemas.openxmlformats.org/officeDocument/2006/relationships/customXml" Target="../ink/ink16.xml"/><Relationship Id="rId31" Type="http://schemas.openxmlformats.org/officeDocument/2006/relationships/image" Target="../media/image30.png"/><Relationship Id="rId30" Type="http://schemas.openxmlformats.org/officeDocument/2006/relationships/customXml" Target="../ink/ink15.xml"/><Relationship Id="rId3" Type="http://schemas.openxmlformats.org/officeDocument/2006/relationships/customXml" Target="../ink/ink2.xml"/><Relationship Id="rId29" Type="http://schemas.openxmlformats.org/officeDocument/2006/relationships/image" Target="../media/image29.png"/><Relationship Id="rId28" Type="http://schemas.openxmlformats.org/officeDocument/2006/relationships/customXml" Target="../ink/ink14.xml"/><Relationship Id="rId27" Type="http://schemas.openxmlformats.org/officeDocument/2006/relationships/image" Target="../media/image28.png"/><Relationship Id="rId26" Type="http://schemas.openxmlformats.org/officeDocument/2006/relationships/customXml" Target="../ink/ink13.xml"/><Relationship Id="rId25" Type="http://schemas.openxmlformats.org/officeDocument/2006/relationships/image" Target="../media/image27.png"/><Relationship Id="rId24" Type="http://schemas.openxmlformats.org/officeDocument/2006/relationships/customXml" Target="../ink/ink12.xml"/><Relationship Id="rId23" Type="http://schemas.openxmlformats.org/officeDocument/2006/relationships/image" Target="../media/image26.png"/><Relationship Id="rId22" Type="http://schemas.openxmlformats.org/officeDocument/2006/relationships/customXml" Target="../ink/ink11.xml"/><Relationship Id="rId21" Type="http://schemas.openxmlformats.org/officeDocument/2006/relationships/image" Target="../media/image25.png"/><Relationship Id="rId20" Type="http://schemas.openxmlformats.org/officeDocument/2006/relationships/customXml" Target="../ink/ink10.xml"/><Relationship Id="rId2" Type="http://schemas.openxmlformats.org/officeDocument/2006/relationships/image" Target="../media/image15.png"/><Relationship Id="rId19" Type="http://schemas.openxmlformats.org/officeDocument/2006/relationships/image" Target="../media/image24.png"/><Relationship Id="rId18" Type="http://schemas.openxmlformats.org/officeDocument/2006/relationships/customXml" Target="../ink/ink9.xml"/><Relationship Id="rId17" Type="http://schemas.openxmlformats.org/officeDocument/2006/relationships/image" Target="../media/image23.png"/><Relationship Id="rId16" Type="http://schemas.openxmlformats.org/officeDocument/2006/relationships/customXml" Target="../ink/ink8.xml"/><Relationship Id="rId15" Type="http://schemas.openxmlformats.org/officeDocument/2006/relationships/image" Target="../media/image22.png"/><Relationship Id="rId14" Type="http://schemas.openxmlformats.org/officeDocument/2006/relationships/customXml" Target="../ink/ink7.xml"/><Relationship Id="rId13" Type="http://schemas.openxmlformats.org/officeDocument/2006/relationships/image" Target="../media/image21.png"/><Relationship Id="rId12" Type="http://schemas.openxmlformats.org/officeDocument/2006/relationships/image" Target="../media/image20.png"/><Relationship Id="rId11" Type="http://schemas.openxmlformats.org/officeDocument/2006/relationships/customXml" Target="../ink/ink6.xml"/><Relationship Id="rId10" Type="http://schemas.openxmlformats.org/officeDocument/2006/relationships/image" Target="../media/image19.png"/><Relationship Id="rId1" Type="http://schemas.openxmlformats.org/officeDocument/2006/relationships/customXml" Target="../ink/ink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9" Type="http://schemas.openxmlformats.org/officeDocument/2006/relationships/image" Target="../media/image40.png"/><Relationship Id="rId8" Type="http://schemas.openxmlformats.org/officeDocument/2006/relationships/customXml" Target="../ink/ink21.xml"/><Relationship Id="rId7" Type="http://schemas.openxmlformats.org/officeDocument/2006/relationships/image" Target="../media/image39.png"/><Relationship Id="rId6" Type="http://schemas.openxmlformats.org/officeDocument/2006/relationships/customXml" Target="../ink/ink20.xml"/><Relationship Id="rId5" Type="http://schemas.openxmlformats.org/officeDocument/2006/relationships/image" Target="../media/image38.png"/><Relationship Id="rId4" Type="http://schemas.openxmlformats.org/officeDocument/2006/relationships/customXml" Target="../ink/ink19.xml"/><Relationship Id="rId3" Type="http://schemas.openxmlformats.org/officeDocument/2006/relationships/image" Target="../media/image37.png"/><Relationship Id="rId22" Type="http://schemas.openxmlformats.org/officeDocument/2006/relationships/slideLayout" Target="../slideLayouts/slideLayout2.xml"/><Relationship Id="rId21" Type="http://schemas.openxmlformats.org/officeDocument/2006/relationships/image" Target="../media/image46.png"/><Relationship Id="rId20" Type="http://schemas.openxmlformats.org/officeDocument/2006/relationships/customXml" Target="../ink/ink27.xml"/><Relationship Id="rId2" Type="http://schemas.openxmlformats.org/officeDocument/2006/relationships/image" Target="../media/image36.png"/><Relationship Id="rId19" Type="http://schemas.openxmlformats.org/officeDocument/2006/relationships/image" Target="../media/image45.png"/><Relationship Id="rId18" Type="http://schemas.openxmlformats.org/officeDocument/2006/relationships/customXml" Target="../ink/ink26.xml"/><Relationship Id="rId17" Type="http://schemas.openxmlformats.org/officeDocument/2006/relationships/image" Target="../media/image44.png"/><Relationship Id="rId16" Type="http://schemas.openxmlformats.org/officeDocument/2006/relationships/customXml" Target="../ink/ink25.xml"/><Relationship Id="rId15" Type="http://schemas.openxmlformats.org/officeDocument/2006/relationships/image" Target="../media/image43.png"/><Relationship Id="rId14" Type="http://schemas.openxmlformats.org/officeDocument/2006/relationships/customXml" Target="../ink/ink24.xml"/><Relationship Id="rId13" Type="http://schemas.openxmlformats.org/officeDocument/2006/relationships/image" Target="../media/image42.png"/><Relationship Id="rId12" Type="http://schemas.openxmlformats.org/officeDocument/2006/relationships/customXml" Target="../ink/ink23.xml"/><Relationship Id="rId11" Type="http://schemas.openxmlformats.org/officeDocument/2006/relationships/image" Target="../media/image41.png"/><Relationship Id="rId10" Type="http://schemas.openxmlformats.org/officeDocument/2006/relationships/customXml" Target="../ink/ink22.xml"/><Relationship Id="rId1" Type="http://schemas.openxmlformats.org/officeDocument/2006/relationships/image" Target="../media/image35.png"/></Relationships>
</file>

<file path=ppt/slides/_rels/slide15.xml.rels><?xml version="1.0" encoding="UTF-8" standalone="yes"?>
<Relationships xmlns="http://schemas.openxmlformats.org/package/2006/relationships"><Relationship Id="rId9" Type="http://schemas.openxmlformats.org/officeDocument/2006/relationships/customXml" Target="../ink/ink31.xml"/><Relationship Id="rId8" Type="http://schemas.openxmlformats.org/officeDocument/2006/relationships/image" Target="../media/image51.png"/><Relationship Id="rId7" Type="http://schemas.openxmlformats.org/officeDocument/2006/relationships/customXml" Target="../ink/ink30.xml"/><Relationship Id="rId6" Type="http://schemas.openxmlformats.org/officeDocument/2006/relationships/image" Target="../media/image50.png"/><Relationship Id="rId5" Type="http://schemas.openxmlformats.org/officeDocument/2006/relationships/customXml" Target="../ink/ink29.xml"/><Relationship Id="rId4" Type="http://schemas.openxmlformats.org/officeDocument/2006/relationships/image" Target="../media/image49.png"/><Relationship Id="rId3" Type="http://schemas.openxmlformats.org/officeDocument/2006/relationships/customXml" Target="../ink/ink28.xml"/><Relationship Id="rId2" Type="http://schemas.openxmlformats.org/officeDocument/2006/relationships/image" Target="../media/image48.png"/><Relationship Id="rId17" Type="http://schemas.openxmlformats.org/officeDocument/2006/relationships/slideLayout" Target="../slideLayouts/slideLayout2.xml"/><Relationship Id="rId16" Type="http://schemas.openxmlformats.org/officeDocument/2006/relationships/image" Target="../media/image55.png"/><Relationship Id="rId15" Type="http://schemas.openxmlformats.org/officeDocument/2006/relationships/customXml" Target="../ink/ink34.xml"/><Relationship Id="rId14" Type="http://schemas.openxmlformats.org/officeDocument/2006/relationships/image" Target="../media/image54.png"/><Relationship Id="rId13" Type="http://schemas.openxmlformats.org/officeDocument/2006/relationships/customXml" Target="../ink/ink33.xml"/><Relationship Id="rId12" Type="http://schemas.openxmlformats.org/officeDocument/2006/relationships/image" Target="../media/image53.png"/><Relationship Id="rId11" Type="http://schemas.openxmlformats.org/officeDocument/2006/relationships/customXml" Target="../ink/ink32.xml"/><Relationship Id="rId10" Type="http://schemas.openxmlformats.org/officeDocument/2006/relationships/image" Target="../media/image52.png"/><Relationship Id="rId1" Type="http://schemas.openxmlformats.org/officeDocument/2006/relationships/image" Target="../media/image47.png"/></Relationships>
</file>

<file path=ppt/slides/_rels/slide16.xml.rels><?xml version="1.0" encoding="UTF-8" standalone="yes"?>
<Relationships xmlns="http://schemas.openxmlformats.org/package/2006/relationships"><Relationship Id="rId9" Type="http://schemas.openxmlformats.org/officeDocument/2006/relationships/image" Target="../media/image60.png"/><Relationship Id="rId8" Type="http://schemas.openxmlformats.org/officeDocument/2006/relationships/customXml" Target="../ink/ink38.xml"/><Relationship Id="rId7" Type="http://schemas.openxmlformats.org/officeDocument/2006/relationships/image" Target="../media/image59.png"/><Relationship Id="rId6" Type="http://schemas.openxmlformats.org/officeDocument/2006/relationships/customXml" Target="../ink/ink37.xml"/><Relationship Id="rId5" Type="http://schemas.openxmlformats.org/officeDocument/2006/relationships/image" Target="../media/image58.png"/><Relationship Id="rId4" Type="http://schemas.openxmlformats.org/officeDocument/2006/relationships/customXml" Target="../ink/ink36.xml"/><Relationship Id="rId3" Type="http://schemas.openxmlformats.org/officeDocument/2006/relationships/image" Target="../media/image57.png"/><Relationship Id="rId28" Type="http://schemas.openxmlformats.org/officeDocument/2006/relationships/slideLayout" Target="../slideLayouts/slideLayout2.xml"/><Relationship Id="rId27" Type="http://schemas.openxmlformats.org/officeDocument/2006/relationships/image" Target="../media/image69.png"/><Relationship Id="rId26" Type="http://schemas.openxmlformats.org/officeDocument/2006/relationships/customXml" Target="../ink/ink47.xml"/><Relationship Id="rId25" Type="http://schemas.openxmlformats.org/officeDocument/2006/relationships/image" Target="../media/image68.png"/><Relationship Id="rId24" Type="http://schemas.openxmlformats.org/officeDocument/2006/relationships/customXml" Target="../ink/ink46.xml"/><Relationship Id="rId23" Type="http://schemas.openxmlformats.org/officeDocument/2006/relationships/image" Target="../media/image67.png"/><Relationship Id="rId22" Type="http://schemas.openxmlformats.org/officeDocument/2006/relationships/customXml" Target="../ink/ink45.xml"/><Relationship Id="rId21" Type="http://schemas.openxmlformats.org/officeDocument/2006/relationships/image" Target="../media/image66.png"/><Relationship Id="rId20" Type="http://schemas.openxmlformats.org/officeDocument/2006/relationships/customXml" Target="../ink/ink44.xml"/><Relationship Id="rId2" Type="http://schemas.openxmlformats.org/officeDocument/2006/relationships/customXml" Target="../ink/ink35.xml"/><Relationship Id="rId19" Type="http://schemas.openxmlformats.org/officeDocument/2006/relationships/image" Target="../media/image65.png"/><Relationship Id="rId18" Type="http://schemas.openxmlformats.org/officeDocument/2006/relationships/customXml" Target="../ink/ink43.xml"/><Relationship Id="rId17" Type="http://schemas.openxmlformats.org/officeDocument/2006/relationships/image" Target="../media/image64.png"/><Relationship Id="rId16" Type="http://schemas.openxmlformats.org/officeDocument/2006/relationships/customXml" Target="../ink/ink42.xml"/><Relationship Id="rId15" Type="http://schemas.openxmlformats.org/officeDocument/2006/relationships/image" Target="../media/image63.png"/><Relationship Id="rId14" Type="http://schemas.openxmlformats.org/officeDocument/2006/relationships/customXml" Target="../ink/ink41.xml"/><Relationship Id="rId13" Type="http://schemas.openxmlformats.org/officeDocument/2006/relationships/image" Target="../media/image62.png"/><Relationship Id="rId12" Type="http://schemas.openxmlformats.org/officeDocument/2006/relationships/customXml" Target="../ink/ink40.xml"/><Relationship Id="rId11" Type="http://schemas.openxmlformats.org/officeDocument/2006/relationships/image" Target="../media/image61.png"/><Relationship Id="rId10" Type="http://schemas.openxmlformats.org/officeDocument/2006/relationships/customXml" Target="../ink/ink39.xml"/><Relationship Id="rId1" Type="http://schemas.openxmlformats.org/officeDocument/2006/relationships/image" Target="../media/image56.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70.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3.png"/><Relationship Id="rId1" Type="http://schemas.openxmlformats.org/officeDocument/2006/relationships/image" Target="../media/image72.png"/></Relationships>
</file>

<file path=ppt/slides/_rels/slide19.xml.rels><?xml version="1.0" encoding="UTF-8" standalone="yes"?>
<Relationships xmlns="http://schemas.openxmlformats.org/package/2006/relationships"><Relationship Id="rId9" Type="http://schemas.openxmlformats.org/officeDocument/2006/relationships/image" Target="../media/image77.png"/><Relationship Id="rId8" Type="http://schemas.openxmlformats.org/officeDocument/2006/relationships/customXml" Target="../ink/ink51.xml"/><Relationship Id="rId7" Type="http://schemas.openxmlformats.org/officeDocument/2006/relationships/image" Target="../media/image76.png"/><Relationship Id="rId6" Type="http://schemas.openxmlformats.org/officeDocument/2006/relationships/customXml" Target="../ink/ink50.xml"/><Relationship Id="rId5" Type="http://schemas.openxmlformats.org/officeDocument/2006/relationships/image" Target="../media/image75.png"/><Relationship Id="rId4" Type="http://schemas.openxmlformats.org/officeDocument/2006/relationships/customXml" Target="../ink/ink49.xml"/><Relationship Id="rId3" Type="http://schemas.openxmlformats.org/officeDocument/2006/relationships/image" Target="../media/image49.png"/><Relationship Id="rId22" Type="http://schemas.openxmlformats.org/officeDocument/2006/relationships/slideLayout" Target="../slideLayouts/slideLayout2.xml"/><Relationship Id="rId21" Type="http://schemas.openxmlformats.org/officeDocument/2006/relationships/image" Target="../media/image83.png"/><Relationship Id="rId20" Type="http://schemas.openxmlformats.org/officeDocument/2006/relationships/customXml" Target="../ink/ink57.xml"/><Relationship Id="rId2" Type="http://schemas.openxmlformats.org/officeDocument/2006/relationships/customXml" Target="../ink/ink48.xml"/><Relationship Id="rId19" Type="http://schemas.openxmlformats.org/officeDocument/2006/relationships/image" Target="../media/image82.png"/><Relationship Id="rId18" Type="http://schemas.openxmlformats.org/officeDocument/2006/relationships/customXml" Target="../ink/ink56.xml"/><Relationship Id="rId17" Type="http://schemas.openxmlformats.org/officeDocument/2006/relationships/image" Target="../media/image81.png"/><Relationship Id="rId16" Type="http://schemas.openxmlformats.org/officeDocument/2006/relationships/customXml" Target="../ink/ink55.xml"/><Relationship Id="rId15" Type="http://schemas.openxmlformats.org/officeDocument/2006/relationships/image" Target="../media/image80.png"/><Relationship Id="rId14" Type="http://schemas.openxmlformats.org/officeDocument/2006/relationships/customXml" Target="../ink/ink54.xml"/><Relationship Id="rId13" Type="http://schemas.openxmlformats.org/officeDocument/2006/relationships/image" Target="../media/image79.png"/><Relationship Id="rId12" Type="http://schemas.openxmlformats.org/officeDocument/2006/relationships/customXml" Target="../ink/ink53.xml"/><Relationship Id="rId11" Type="http://schemas.openxmlformats.org/officeDocument/2006/relationships/image" Target="../media/image78.png"/><Relationship Id="rId10" Type="http://schemas.openxmlformats.org/officeDocument/2006/relationships/customXml" Target="../ink/ink52.xml"/><Relationship Id="rId1" Type="http://schemas.openxmlformats.org/officeDocument/2006/relationships/image" Target="../media/image7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5.png"/><Relationship Id="rId1" Type="http://schemas.openxmlformats.org/officeDocument/2006/relationships/image" Target="../media/image84.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7.png"/><Relationship Id="rId1" Type="http://schemas.openxmlformats.org/officeDocument/2006/relationships/image" Target="../media/image8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1.jpeg"/><Relationship Id="rId3" Type="http://schemas.openxmlformats.org/officeDocument/2006/relationships/image" Target="../media/image90.jpeg"/><Relationship Id="rId2" Type="http://schemas.openxmlformats.org/officeDocument/2006/relationships/image" Target="../media/image89.jpeg"/><Relationship Id="rId1" Type="http://schemas.openxmlformats.org/officeDocument/2006/relationships/image" Target="../media/image88.png"/></Relationships>
</file>

<file path=ppt/slides/_rels/slide28.xml.rels><?xml version="1.0" encoding="UTF-8" standalone="yes"?>
<Relationships xmlns="http://schemas.openxmlformats.org/package/2006/relationships"><Relationship Id="rId9" Type="http://schemas.openxmlformats.org/officeDocument/2006/relationships/image" Target="../media/image96.png"/><Relationship Id="rId8" Type="http://schemas.openxmlformats.org/officeDocument/2006/relationships/customXml" Target="../ink/ink61.xml"/><Relationship Id="rId7" Type="http://schemas.openxmlformats.org/officeDocument/2006/relationships/image" Target="../media/image95.png"/><Relationship Id="rId6" Type="http://schemas.openxmlformats.org/officeDocument/2006/relationships/customXml" Target="../ink/ink60.xml"/><Relationship Id="rId5" Type="http://schemas.openxmlformats.org/officeDocument/2006/relationships/image" Target="../media/image94.png"/><Relationship Id="rId4" Type="http://schemas.openxmlformats.org/officeDocument/2006/relationships/customXml" Target="../ink/ink59.xml"/><Relationship Id="rId3" Type="http://schemas.openxmlformats.org/officeDocument/2006/relationships/image" Target="../media/image93.png"/><Relationship Id="rId2" Type="http://schemas.openxmlformats.org/officeDocument/2006/relationships/customXml" Target="../ink/ink58.xml"/><Relationship Id="rId16" Type="http://schemas.openxmlformats.org/officeDocument/2006/relationships/slideLayout" Target="../slideLayouts/slideLayout2.xml"/><Relationship Id="rId15" Type="http://schemas.openxmlformats.org/officeDocument/2006/relationships/image" Target="../media/image99.png"/><Relationship Id="rId14" Type="http://schemas.openxmlformats.org/officeDocument/2006/relationships/customXml" Target="../ink/ink64.xml"/><Relationship Id="rId13" Type="http://schemas.openxmlformats.org/officeDocument/2006/relationships/image" Target="../media/image98.png"/><Relationship Id="rId12" Type="http://schemas.openxmlformats.org/officeDocument/2006/relationships/customXml" Target="../ink/ink63.xml"/><Relationship Id="rId11" Type="http://schemas.openxmlformats.org/officeDocument/2006/relationships/image" Target="../media/image97.png"/><Relationship Id="rId10" Type="http://schemas.openxmlformats.org/officeDocument/2006/relationships/customXml" Target="../ink/ink62.xml"/><Relationship Id="rId1" Type="http://schemas.openxmlformats.org/officeDocument/2006/relationships/image" Target="../media/image92.png"/></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customXml" Target="../ink/ink66.xml"/><Relationship Id="rId4" Type="http://schemas.openxmlformats.org/officeDocument/2006/relationships/image" Target="../media/image102.png"/><Relationship Id="rId3" Type="http://schemas.openxmlformats.org/officeDocument/2006/relationships/customXml" Target="../ink/ink65.xml"/><Relationship Id="rId2" Type="http://schemas.openxmlformats.org/officeDocument/2006/relationships/image" Target="../media/image101.png"/><Relationship Id="rId1" Type="http://schemas.openxmlformats.org/officeDocument/2006/relationships/image" Target="../media/image10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zh-CN"/>
              <a:t>RE-GCN</a:t>
            </a:r>
            <a:endParaRPr lang="en-US" altLang="zh-CN"/>
          </a:p>
        </p:txBody>
      </p:sp>
      <p:sp>
        <p:nvSpPr>
          <p:cNvPr id="3" name="副标题 2"/>
          <p:cNvSpPr>
            <a:spLocks noGrp="1"/>
          </p:cNvSpPr>
          <p:nvPr>
            <p:ph type="subTitle" idx="1"/>
          </p:nvPr>
        </p:nvSpPr>
        <p:spPr/>
        <p:txBody>
          <a:bodyPr/>
          <a:p>
            <a:r>
              <a:rPr lang="en-US" altLang="zh-CN"/>
              <a:t>MU-</a:t>
            </a:r>
            <a:r>
              <a:rPr lang="en-US" altLang="zh-CN"/>
              <a:t>ty</a:t>
            </a:r>
            <a:endParaRPr lang="en-US" altLang="zh-CN"/>
          </a:p>
          <a:p>
            <a:r>
              <a:rPr lang="en-US" altLang="zh-CN"/>
              <a:t>3.22</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a:t>
            </a:r>
            <a:r>
              <a:rPr lang="zh-CN" altLang="en-US"/>
              <a:t>研究背景、问题</a:t>
            </a:r>
            <a:r>
              <a:rPr lang="zh-CN" altLang="en-US"/>
              <a:t>定义</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r>
                  <a:rPr lang="zh-CN" altLang="en-US"/>
                  <a:t>时序知识图谱</a:t>
                </a:r>
                <a:r>
                  <a:rPr lang="en-US" altLang="zh-CN"/>
                  <a:t>TKG</a:t>
                </a:r>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zh-CN" altLang="en-US" i="1">
                                <a:latin typeface="Cambria Math" panose="02040503050406030204" charset="0"/>
                                <a:cs typeface="Cambria Math" panose="02040503050406030204" charset="0"/>
                              </a:rPr>
                              <m:t>定义</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随时间演变的知识图谱序列</m:t>
                            </m:r>
                            <m:r>
                              <a:rPr lang="en-US" altLang="zh-CN" i="1">
                                <a:latin typeface="Cambria Math" panose="02040503050406030204" charset="0"/>
                                <a:ea typeface="MS Mincho" charset="0"/>
                                <a:cs typeface="Cambria Math" panose="02040503050406030204" charset="0"/>
                              </a:rPr>
                              <m:t>                     </m:t>
                            </m:r>
                          </m:e>
                          <m:e>
                            <m:r>
                              <a:rPr lang="zh-CN" altLang="en-US" i="1">
                                <a:latin typeface="Cambria Math" panose="02040503050406030204" charset="0"/>
                                <a:cs typeface="Cambria Math" panose="02040503050406030204" charset="0"/>
                              </a:rPr>
                              <m:t>事实形式</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实体</m:t>
                            </m:r>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关系</m:t>
                            </m:r>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实体</m:t>
                            </m:r>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时间戳</m:t>
                            </m:r>
                            <m:r>
                              <a:rPr lang="en-US" altLang="zh-CN" i="1">
                                <a:latin typeface="Cambria Math" panose="02040503050406030204" charset="0"/>
                                <a:ea typeface="MS Mincho" charset="0"/>
                                <a:cs typeface="Cambria Math" panose="02040503050406030204" charset="0"/>
                              </a:rPr>
                              <m:t>)              </m:t>
                            </m:r>
                          </m:e>
                          <m:e>
                            <m:r>
                              <a:rPr lang="zh-CN" altLang="en-US" i="1">
                                <a:latin typeface="Cambria Math" panose="02040503050406030204" charset="0"/>
                                <a:cs typeface="Cambria Math" panose="02040503050406030204" charset="0"/>
                              </a:rPr>
                              <m:t>关键特性</m:t>
                            </m:r>
                            <m:d>
                              <m:dPr>
                                <m:begChr m:val="{"/>
                                <m:endChr m:val=""/>
                                <m:ctrlPr>
                                  <a:rPr lang="zh-CN" altLang="en-US" i="1">
                                    <a:latin typeface="Cambria Math" panose="02040503050406030204" charset="0"/>
                                    <a:cs typeface="Cambria Math" panose="02040503050406030204" charset="0"/>
                                  </a:rPr>
                                </m:ctrlPr>
                              </m:dPr>
                              <m:e>
                                <m:eqArr>
                                  <m:eqArrPr>
                                    <m:ctrlPr>
                                      <a:rPr lang="zh-CN" altLang="en-US" i="1">
                                        <a:latin typeface="Cambria Math" panose="02040503050406030204" charset="0"/>
                                        <a:cs typeface="Cambria Math" panose="02040503050406030204" charset="0"/>
                                      </a:rPr>
                                    </m:ctrlPr>
                                  </m:eqArrPr>
                                  <m:e>
                                    <m:r>
                                      <a:rPr lang="zh-CN" altLang="en-US" i="1">
                                        <a:latin typeface="Cambria Math" panose="02040503050406030204" charset="0"/>
                                        <a:cs typeface="Cambria Math" panose="02040503050406030204" charset="0"/>
                                      </a:rPr>
                                      <m:t>同一时间戳内并发事实的结构依赖</m:t>
                                    </m:r>
                                  </m:e>
                                  <m:e>
                                    <m:r>
                                      <a:rPr lang="zh-CN" altLang="en-US" i="1">
                                        <a:latin typeface="Cambria Math" panose="02040503050406030204" charset="0"/>
                                        <a:cs typeface="Cambria Math" panose="02040503050406030204" charset="0"/>
                                      </a:rPr>
                                      <m:t>时序相邻事实的序列模式</m:t>
                                    </m:r>
                                    <m:r>
                                      <a:rPr lang="en-US" altLang="zh-CN" i="1">
                                        <a:latin typeface="Cambria Math" panose="02040503050406030204" charset="0"/>
                                        <a:cs typeface="Cambria Math" panose="02040503050406030204" charset="0"/>
                                      </a:rPr>
                                      <m:t>                  </m:t>
                                    </m:r>
                                  </m:e>
                                  <m:e>
                                    <m:r>
                                      <a:rPr lang="zh-CN" altLang="en-US" i="1">
                                        <a:latin typeface="Cambria Math" panose="02040503050406030204" charset="0"/>
                                        <a:cs typeface="Cambria Math" panose="02040503050406030204" charset="0"/>
                                      </a:rPr>
                                      <m:t>实体的静态属性</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类型</m:t>
                                    </m:r>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位置</m:t>
                                    </m:r>
                                    <m:r>
                                      <a:rPr lang="en-US" altLang="zh-CN" i="1">
                                        <a:latin typeface="Cambria Math" panose="02040503050406030204" charset="0"/>
                                        <a:cs typeface="Cambria Math" panose="02040503050406030204" charset="0"/>
                                      </a:rPr>
                                      <m:t>）    </m:t>
                                    </m:r>
                                  </m:e>
                                </m:eqArr>
                              </m:e>
                            </m:d>
                          </m:e>
                        </m:eqArr>
                      </m:e>
                    </m:d>
                  </m:oMath>
                </a14:m>
                <a:endParaRPr lang="en-US" altLang="zh-CN" i="1">
                  <a:latin typeface="Cambria Math" panose="02040503050406030204" charset="0"/>
                  <a:cs typeface="Cambria Math" panose="02040503050406030204" charset="0"/>
                </a:endParaRPr>
              </a:p>
              <a:p>
                <a:endParaRPr lang="zh-CN" altLang="en-US"/>
              </a:p>
              <a:p>
                <a:r>
                  <a:rPr lang="zh-CN" altLang="en-US"/>
                  <a:t>推理任务</a:t>
                </a:r>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zh-CN" altLang="en-US" i="1">
                                <a:latin typeface="Cambria Math" panose="02040503050406030204" charset="0"/>
                                <a:cs typeface="Cambria Math" panose="02040503050406030204" charset="0"/>
                              </a:rPr>
                              <m:t>外推设置</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预测未来时间戳的事实</m:t>
                            </m:r>
                            <m:r>
                              <a:rPr lang="en-US" altLang="zh-CN" i="1">
                                <a:latin typeface="Cambria Math" panose="02040503050406030204" charset="0"/>
                                <a:ea typeface="MS Mincho" charset="0"/>
                                <a:cs typeface="Cambria Math" panose="02040503050406030204" charset="0"/>
                              </a:rPr>
                              <m:t>                    </m:t>
                            </m:r>
                          </m:e>
                          <m:e>
                            <m:r>
                              <a:rPr lang="zh-CN" altLang="en-US" i="1">
                                <a:latin typeface="Cambria Math" panose="02040503050406030204" charset="0"/>
                                <a:cs typeface="Cambria Math" panose="02040503050406030204" charset="0"/>
                              </a:rPr>
                              <m:t>实体预测</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预测</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𝑠</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𝑟</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𝑡</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m:t>
                            </m:r>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或</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𝑟</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𝑜</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𝑡</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m:t>
                            </m:r>
                            <m:r>
                              <a:rPr lang="en-US" altLang="zh-CN" i="1">
                                <a:latin typeface="Cambria Math" panose="02040503050406030204" charset="0"/>
                                <a:ea typeface="MS Mincho" charset="0"/>
                                <a:cs typeface="Cambria Math" panose="02040503050406030204" charset="0"/>
                              </a:rPr>
                              <m:t>)</m:t>
                            </m:r>
                          </m:e>
                          <m:e>
                            <m:r>
                              <a:rPr lang="zh-CN" altLang="en-US" i="1">
                                <a:latin typeface="Cambria Math" panose="02040503050406030204" charset="0"/>
                                <a:cs typeface="Cambria Math" panose="02040503050406030204" charset="0"/>
                              </a:rPr>
                              <m:t>关系预测</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预测</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𝑠</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𝑜</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𝑡</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m:t>
                            </m:r>
                            <m:r>
                              <a:rPr lang="en-US" altLang="zh-CN" i="1">
                                <a:latin typeface="Cambria Math" panose="02040503050406030204" charset="0"/>
                                <a:ea typeface="MS Mincho" charset="0"/>
                                <a:cs typeface="Cambria Math" panose="02040503050406030204" charset="0"/>
                              </a:rPr>
                              <m:t>)                              </m:t>
                            </m:r>
                          </m:e>
                        </m:eqArr>
                      </m:e>
                    </m:d>
                  </m:oMath>
                </a14:m>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489" b="7"/>
                </a:stretch>
              </a:blipFill>
            </p:spPr>
            <p:txBody>
              <a:bodyPr/>
              <a:lstStyle/>
              <a:p>
                <a:r>
                  <a:rPr lang="zh-CN" alt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1RE-GCN</a:t>
            </a:r>
            <a:r>
              <a:rPr lang="zh-CN" altLang="en-US"/>
              <a:t>创新</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r>
                  <a:rPr lang="en-US" altLang="zh-CN"/>
                  <a:t>3</a:t>
                </a:r>
                <a:r>
                  <a:rPr lang="zh-CN" altLang="en-US"/>
                  <a:t>个关键要素</a:t>
                </a:r>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zh-CN" altLang="en-US" i="1">
                                <a:latin typeface="Cambria Math" panose="02040503050406030204" charset="0"/>
                                <a:cs typeface="Cambria Math" panose="02040503050406030204" charset="0"/>
                              </a:rPr>
                              <m:t>结构依赖</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同一时间戳内</m:t>
                            </m:r>
                            <m:r>
                              <a:rPr lang="en-US" altLang="zh-CN" i="1">
                                <a:latin typeface="Cambria Math" panose="02040503050406030204" charset="0"/>
                                <a:ea typeface="MS Mincho" charset="0"/>
                                <a:cs typeface="Cambria Math" panose="02040503050406030204" charset="0"/>
                              </a:rPr>
                              <m:t>𝐾𝐺𝑠</m:t>
                            </m:r>
                            <m:r>
                              <a:rPr lang="zh-CN" altLang="en-US" i="1">
                                <a:latin typeface="Cambria Math" panose="02040503050406030204" charset="0"/>
                                <a:ea typeface="MS Mincho" charset="0"/>
                                <a:cs typeface="Cambria Math" panose="02040503050406030204" charset="0"/>
                              </a:rPr>
                              <m:t>的并发事实关联</m:t>
                            </m:r>
                          </m:e>
                          <m:e>
                            <m:r>
                              <a:rPr lang="zh-CN" altLang="en-US" i="1">
                                <a:latin typeface="Cambria Math" panose="02040503050406030204" charset="0"/>
                                <a:cs typeface="Cambria Math" panose="02040503050406030204" charset="0"/>
                              </a:rPr>
                              <m:t>序列模式</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时序相邻事实的演化趋势</m:t>
                            </m:r>
                            <m:r>
                              <a:rPr lang="en-US" altLang="zh-CN" i="1">
                                <a:latin typeface="Cambria Math" panose="02040503050406030204" charset="0"/>
                                <a:ea typeface="MS Mincho" charset="0"/>
                                <a:cs typeface="Cambria Math" panose="02040503050406030204" charset="0"/>
                              </a:rPr>
                              <m:t>                 </m:t>
                            </m:r>
                          </m:e>
                          <m:e>
                            <m:r>
                              <a:rPr lang="zh-CN" altLang="en-US" i="1">
                                <a:latin typeface="Cambria Math" panose="02040503050406030204" charset="0"/>
                                <a:cs typeface="Cambria Math" panose="02040503050406030204" charset="0"/>
                              </a:rPr>
                              <m:t>静态属性</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实体类型</m:t>
                            </m:r>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位置等背景知识</m:t>
                            </m:r>
                            <m:r>
                              <a:rPr lang="en-US" altLang="zh-CN" i="1">
                                <a:latin typeface="Cambria Math" panose="02040503050406030204" charset="0"/>
                                <a:ea typeface="MS Mincho" charset="0"/>
                                <a:cs typeface="Cambria Math" panose="02040503050406030204" charset="0"/>
                              </a:rPr>
                              <m:t>            </m:t>
                            </m:r>
                          </m:e>
                        </m:eqArr>
                      </m:e>
                    </m:d>
                  </m:oMath>
                </a14:m>
                <a:endParaRPr lang="en-US" altLang="zh-CN" i="1">
                  <a:latin typeface="Cambria Math" panose="02040503050406030204" charset="0"/>
                  <a:cs typeface="Cambria Math" panose="02040503050406030204" charset="0"/>
                </a:endParaRPr>
              </a:p>
              <a:p>
                <a:endParaRPr lang="zh-CN" altLang="en-US"/>
              </a:p>
              <a:p>
                <a:endParaRPr lang="zh-CN" altLang="en-US"/>
              </a:p>
              <a:p>
                <a:r>
                  <a:rPr lang="zh-CN" altLang="en-US"/>
                  <a:t>模型目标</a:t>
                </a:r>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zh-CN" altLang="en-US" i="1">
                                <a:latin typeface="Cambria Math" panose="02040503050406030204" charset="0"/>
                                <a:cs typeface="Cambria Math" panose="02040503050406030204" charset="0"/>
                              </a:rPr>
                              <m:t>同时支持实体预测和关系预测</m:t>
                            </m:r>
                          </m:e>
                          <m:e>
                            <m:r>
                              <a:rPr lang="zh-CN" altLang="en-US" i="1">
                                <a:latin typeface="Cambria Math" panose="02040503050406030204" charset="0"/>
                                <a:cs typeface="Cambria Math" panose="02040503050406030204" charset="0"/>
                              </a:rPr>
                              <m:t>高效建模完整历史</m:t>
                            </m:r>
                            <m:r>
                              <a:rPr lang="en-US" altLang="zh-CN" i="1">
                                <a:latin typeface="Cambria Math" panose="02040503050406030204" charset="0"/>
                                <a:cs typeface="Cambria Math" panose="02040503050406030204" charset="0"/>
                              </a:rPr>
                              <m:t>𝐾𝐺</m:t>
                            </m:r>
                            <m:r>
                              <a:rPr lang="zh-CN" altLang="en-US" i="1">
                                <a:latin typeface="Cambria Math" panose="02040503050406030204" charset="0"/>
                                <a:cs typeface="Cambria Math" panose="02040503050406030204" charset="0"/>
                              </a:rPr>
                              <m:t>序列</m:t>
                            </m:r>
                            <m:r>
                              <a:rPr lang="en-US" altLang="zh-CN" i="1">
                                <a:latin typeface="Cambria Math" panose="02040503050406030204" charset="0"/>
                                <a:cs typeface="Cambria Math" panose="02040503050406030204" charset="0"/>
                              </a:rPr>
                              <m:t>       </m:t>
                            </m:r>
                          </m:e>
                          <m:e>
                            <m:r>
                              <a:rPr lang="zh-CN" altLang="en-US" i="1">
                                <a:latin typeface="Cambria Math" panose="02040503050406030204" charset="0"/>
                                <a:cs typeface="Cambria Math" panose="02040503050406030204" charset="0"/>
                              </a:rPr>
                              <m:t>避免为每个查询单独编码历史</m:t>
                            </m:r>
                          </m:e>
                        </m:eqArr>
                      </m:e>
                    </m:d>
                  </m:oMath>
                </a14:m>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75" b="7"/>
                </a:stretch>
              </a:blipFill>
            </p:spPr>
            <p:txBody>
              <a:bodyPr/>
              <a:lstStyle/>
              <a:p>
                <a:r>
                  <a:rPr lang="zh-CN"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a:t>
            </a:r>
            <a:r>
              <a:rPr lang="zh-CN" altLang="en-US"/>
              <a:t>相关</a:t>
            </a:r>
            <a:r>
              <a:rPr lang="zh-CN" altLang="en-US"/>
              <a:t>工作</a:t>
            </a:r>
            <a:endParaRPr lang="zh-CN" altLang="en-US"/>
          </a:p>
        </p:txBody>
      </p:sp>
      <p:sp>
        <p:nvSpPr>
          <p:cNvPr id="3" name="内容占位符 2"/>
          <p:cNvSpPr>
            <a:spLocks noGrp="1"/>
          </p:cNvSpPr>
          <p:nvPr>
            <p:ph idx="1"/>
          </p:nvPr>
        </p:nvSpPr>
        <p:spPr/>
        <p:txBody>
          <a:bodyPr>
            <a:normAutofit fontScale="90000"/>
          </a:bodyPr>
          <a:p>
            <a:r>
              <a:rPr lang="zh-CN" altLang="en-US"/>
              <a:t>图卷积网络（</a:t>
            </a:r>
            <a:r>
              <a:rPr lang="en-US" altLang="zh-CN"/>
              <a:t>GCN</a:t>
            </a:r>
            <a:r>
              <a:rPr lang="zh-CN" altLang="en-US"/>
              <a:t>）是一种结合图中内容特征和结构特征的代表性模型，一些研究将其推广到关系感知图卷积网络，以处理知识图谱。</a:t>
            </a:r>
            <a:endParaRPr lang="zh-CN" altLang="en-US"/>
          </a:p>
          <a:p>
            <a:r>
              <a:rPr lang="zh-CN" altLang="en-US"/>
              <a:t>时序知识图谱：插值和内推</a:t>
            </a:r>
            <a:endParaRPr lang="zh-CN" altLang="en-US"/>
          </a:p>
          <a:p>
            <a:r>
              <a:rPr lang="zh-CN" altLang="en-US"/>
              <a:t>本文聚焦</a:t>
            </a:r>
            <a:r>
              <a:rPr lang="zh-CN" altLang="en-US" b="1"/>
              <a:t>外推</a:t>
            </a:r>
            <a:r>
              <a:rPr lang="zh-CN" altLang="en-US"/>
              <a:t>设置：基于历史事实预测未来时间戳的新事实。</a:t>
            </a:r>
            <a:endParaRPr lang="zh-CN" altLang="en-US"/>
          </a:p>
          <a:p>
            <a:pPr lvl="1"/>
            <a:r>
              <a:rPr lang="zh-CN" altLang="en-US"/>
              <a:t>部分相关模型用时点过程建模连续时间时序知识图谱（</a:t>
            </a:r>
            <a:r>
              <a:rPr lang="en-US" altLang="zh-CN"/>
              <a:t>TKG</a:t>
            </a:r>
            <a:r>
              <a:rPr lang="zh-CN" altLang="en-US"/>
              <a:t>），但与本文工作方向不同；</a:t>
            </a:r>
            <a:r>
              <a:rPr lang="en-US" altLang="zh-CN"/>
              <a:t>Glean </a:t>
            </a:r>
            <a:r>
              <a:rPr lang="zh-CN" altLang="en-US"/>
              <a:t>依赖事件摘要文本，实际应用受限。</a:t>
            </a:r>
            <a:endParaRPr lang="zh-CN" altLang="en-US"/>
          </a:p>
          <a:p>
            <a:pPr lvl="1"/>
            <a:r>
              <a:rPr lang="en-US" altLang="zh-CN"/>
              <a:t>CyGNet</a:t>
            </a:r>
            <a:r>
              <a:rPr lang="zh-CN" altLang="en-US"/>
              <a:t>、</a:t>
            </a:r>
            <a:r>
              <a:rPr lang="en-US" altLang="zh-CN"/>
              <a:t>RE-NET </a:t>
            </a:r>
            <a:r>
              <a:rPr lang="zh-CN" altLang="en-US"/>
              <a:t>与本文最相关，均从单查询视角做实体预测，但忽略了不同时间戳图谱的结构依赖与实体静态属性。</a:t>
            </a:r>
            <a:endParaRPr lang="zh-CN" altLang="en-US"/>
          </a:p>
          <a:p>
            <a:pPr lvl="1"/>
            <a:r>
              <a:rPr lang="zh-CN" altLang="en-US"/>
              <a:t>本文方法</a:t>
            </a:r>
            <a:r>
              <a:rPr lang="en-US" altLang="zh-CN"/>
              <a:t> RE-GCN </a:t>
            </a:r>
            <a:r>
              <a:rPr lang="zh-CN" altLang="en-US"/>
              <a:t>将知识图谱序列整体建模，兼顾全部结构依赖，效率与效果均有显著提升。</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3</a:t>
            </a:r>
            <a:r>
              <a:rPr lang="zh-CN" altLang="en-US"/>
              <a:t>问题</a:t>
            </a:r>
            <a:r>
              <a:rPr lang="zh-CN" altLang="en-US"/>
              <a:t>定义</a:t>
            </a:r>
            <a:endParaRPr lang="zh-CN" altLang="en-US"/>
          </a:p>
        </p:txBody>
      </p:sp>
      <p:pic>
        <p:nvPicPr>
          <p:cNvPr id="4" name="内容占位符 3"/>
          <p:cNvPicPr>
            <a:picLocks noChangeAspect="1"/>
          </p:cNvPicPr>
          <p:nvPr>
            <p:ph idx="1"/>
          </p:nvPr>
        </p:nvPicPr>
        <p:blipFill>
          <a:blip r:embed="rId1"/>
          <a:srcRect b="6064"/>
          <a:stretch>
            <a:fillRect/>
          </a:stretch>
        </p:blipFill>
        <p:spPr>
          <a:xfrm>
            <a:off x="6096000" y="257810"/>
            <a:ext cx="5010150" cy="1682115"/>
          </a:xfrm>
          <a:prstGeom prst="rect">
            <a:avLst/>
          </a:prstGeom>
        </p:spPr>
      </p:pic>
      <p:pic>
        <p:nvPicPr>
          <p:cNvPr id="5" name="图片 4"/>
          <p:cNvPicPr>
            <a:picLocks noChangeAspect="1"/>
          </p:cNvPicPr>
          <p:nvPr/>
        </p:nvPicPr>
        <p:blipFill>
          <a:blip r:embed="rId2"/>
          <a:stretch>
            <a:fillRect/>
          </a:stretch>
        </p:blipFill>
        <p:spPr>
          <a:xfrm>
            <a:off x="6179185" y="662940"/>
            <a:ext cx="1000125" cy="1276350"/>
          </a:xfrm>
          <a:prstGeom prst="rect">
            <a:avLst/>
          </a:prstGeom>
        </p:spPr>
      </p:pic>
      <p:sp>
        <p:nvSpPr>
          <p:cNvPr id="8" name="文本框 7"/>
          <p:cNvSpPr txBox="1"/>
          <p:nvPr/>
        </p:nvSpPr>
        <p:spPr>
          <a:xfrm>
            <a:off x="1044575" y="1994535"/>
            <a:ext cx="9997440" cy="4070985"/>
          </a:xfrm>
          <a:prstGeom prst="rect">
            <a:avLst/>
          </a:prstGeom>
          <a:noFill/>
        </p:spPr>
        <p:txBody>
          <a:bodyPr wrap="square" rtlCol="0">
            <a:noAutofit/>
          </a:bodyPr>
          <a:p>
            <a:r>
              <a:rPr lang="en-US" altLang="zh-CN"/>
              <a:t>1</a:t>
            </a:r>
            <a:r>
              <a:rPr lang="zh-CN" altLang="en-US"/>
              <a:t>、实体预测</a:t>
            </a:r>
            <a:r>
              <a:rPr lang="en-US" altLang="zh-CN"/>
              <a:t>:</a:t>
            </a:r>
            <a:r>
              <a:rPr lang="zh-CN" altLang="en-US"/>
              <a:t>给定查询</a:t>
            </a:r>
            <a:r>
              <a:rPr lang="en-US" altLang="zh-CN"/>
              <a:t>“</a:t>
            </a:r>
            <a:r>
              <a:rPr lang="zh-CN" altLang="en-US"/>
              <a:t>𝑠</a:t>
            </a:r>
            <a:r>
              <a:rPr lang="en-US" altLang="zh-CN"/>
              <a:t>, </a:t>
            </a:r>
            <a:r>
              <a:rPr lang="zh-CN" altLang="en-US"/>
              <a:t>𝑟</a:t>
            </a:r>
            <a:r>
              <a:rPr lang="en-US" altLang="zh-CN"/>
              <a:t>, ? ,t+1”</a:t>
            </a:r>
            <a:r>
              <a:rPr lang="zh-CN" altLang="en-US"/>
              <a:t>，</a:t>
            </a:r>
            <a:r>
              <a:rPr lang="en-US" altLang="zh-CN"/>
              <a:t>RE-GCN</a:t>
            </a:r>
            <a:r>
              <a:rPr lang="zh-CN" altLang="en-US"/>
              <a:t>根据主体实体</a:t>
            </a:r>
            <a:r>
              <a:rPr lang="en-US" altLang="zh-CN"/>
              <a:t>s</a:t>
            </a:r>
            <a:r>
              <a:rPr lang="zh-CN" altLang="en-US"/>
              <a:t>、关系</a:t>
            </a:r>
            <a:r>
              <a:rPr lang="en-US" altLang="zh-CN"/>
              <a:t>r</a:t>
            </a:r>
            <a:r>
              <a:rPr lang="zh-CN" altLang="en-US"/>
              <a:t>以及历史知识图谱序列𝐺</a:t>
            </a:r>
            <a:r>
              <a:rPr lang="zh-CN" altLang="en-US" baseline="-25000"/>
              <a:t>𝑡</a:t>
            </a:r>
            <a:r>
              <a:rPr lang="en-US" altLang="zh-CN" baseline="-25000"/>
              <a:t>−</a:t>
            </a:r>
            <a:r>
              <a:rPr lang="zh-CN" altLang="en-US" baseline="-25000"/>
              <a:t>𝑚</a:t>
            </a:r>
            <a:r>
              <a:rPr lang="en-US" altLang="zh-CN" baseline="-25000"/>
              <a:t>+1:</a:t>
            </a:r>
            <a:r>
              <a:rPr lang="zh-CN" altLang="en-US" baseline="-25000"/>
              <a:t>𝑡</a:t>
            </a:r>
            <a:r>
              <a:rPr lang="en-US" altLang="zh-CN"/>
              <a:t> </a:t>
            </a:r>
            <a:r>
              <a:rPr lang="zh-CN" altLang="en-US"/>
              <a:t>，对所有客体实体的条件概率向量进行建模：</a:t>
            </a:r>
            <a:endParaRPr lang="zh-CN" altLang="en-US"/>
          </a:p>
          <a:p>
            <a:endParaRPr lang="zh-CN" altLang="en-US"/>
          </a:p>
          <a:p>
            <a:endParaRPr lang="zh-CN" altLang="en-US"/>
          </a:p>
          <a:p>
            <a:endParaRPr lang="zh-CN" altLang="en-US"/>
          </a:p>
          <a:p>
            <a:endParaRPr lang="zh-CN" altLang="en-US"/>
          </a:p>
          <a:p>
            <a:r>
              <a:rPr lang="en-US" altLang="zh-CN"/>
              <a:t>2</a:t>
            </a:r>
            <a:r>
              <a:rPr lang="zh-CN" altLang="en-US"/>
              <a:t>、关系预测：给定查询</a:t>
            </a:r>
            <a:r>
              <a:rPr lang="en-US" altLang="zh-CN"/>
              <a:t>“</a:t>
            </a:r>
            <a:r>
              <a:rPr lang="zh-CN" altLang="en-US"/>
              <a:t>𝑠，</a:t>
            </a:r>
            <a:r>
              <a:rPr lang="en-US" altLang="zh-CN"/>
              <a:t>? </a:t>
            </a:r>
            <a:r>
              <a:rPr lang="zh-CN" altLang="en-US"/>
              <a:t>，𝑜，</a:t>
            </a:r>
            <a:r>
              <a:rPr lang="en-US" altLang="zh-CN"/>
              <a:t> t+1”</a:t>
            </a:r>
            <a:r>
              <a:rPr lang="zh-CN" altLang="en-US"/>
              <a:t>，</a:t>
            </a:r>
            <a:r>
              <a:rPr lang="en-US" altLang="zh-CN"/>
              <a:t>RE-GCN</a:t>
            </a:r>
            <a:r>
              <a:rPr lang="zh-CN" altLang="en-US"/>
              <a:t>模型根据主体实体</a:t>
            </a:r>
            <a:r>
              <a:rPr lang="en-US" altLang="zh-CN"/>
              <a:t>s</a:t>
            </a:r>
            <a:r>
              <a:rPr lang="zh-CN" altLang="en-US"/>
              <a:t>、客体实体</a:t>
            </a:r>
            <a:r>
              <a:rPr lang="en-US" altLang="zh-CN"/>
              <a:t>o</a:t>
            </a:r>
            <a:r>
              <a:rPr lang="zh-CN" altLang="en-US"/>
              <a:t>以及历史知识图谱序列𝐺</a:t>
            </a:r>
            <a:r>
              <a:rPr lang="zh-CN" altLang="en-US" baseline="-25000"/>
              <a:t>𝑡</a:t>
            </a:r>
            <a:r>
              <a:rPr lang="en-US" altLang="zh-CN" baseline="-25000"/>
              <a:t>−</a:t>
            </a:r>
            <a:r>
              <a:rPr lang="zh-CN" altLang="en-US" baseline="-25000"/>
              <a:t>𝑚</a:t>
            </a:r>
            <a:r>
              <a:rPr lang="en-US" altLang="zh-CN" baseline="-25000"/>
              <a:t>+1</a:t>
            </a:r>
            <a:r>
              <a:rPr lang="zh-CN" altLang="en-US" baseline="-25000"/>
              <a:t>：𝑡</a:t>
            </a:r>
            <a:r>
              <a:rPr lang="en-US" altLang="zh-CN"/>
              <a:t> </a:t>
            </a:r>
            <a:r>
              <a:rPr lang="zh-CN" altLang="en-US"/>
              <a:t>对所有关系的条件概率向量进行建模，给定如下：</a:t>
            </a:r>
            <a:endParaRPr lang="zh-CN" altLang="en-US"/>
          </a:p>
        </p:txBody>
      </p:sp>
      <p:pic>
        <p:nvPicPr>
          <p:cNvPr id="9" name="图片 8"/>
          <p:cNvPicPr>
            <a:picLocks noChangeAspect="1"/>
          </p:cNvPicPr>
          <p:nvPr/>
        </p:nvPicPr>
        <p:blipFill>
          <a:blip r:embed="rId3"/>
          <a:stretch>
            <a:fillRect/>
          </a:stretch>
        </p:blipFill>
        <p:spPr>
          <a:xfrm>
            <a:off x="4490720" y="2764155"/>
            <a:ext cx="3105150" cy="285750"/>
          </a:xfrm>
          <a:prstGeom prst="rect">
            <a:avLst/>
          </a:prstGeom>
        </p:spPr>
      </p:pic>
      <p:pic>
        <p:nvPicPr>
          <p:cNvPr id="11" name="图片 10"/>
          <p:cNvPicPr>
            <a:picLocks noChangeAspect="1"/>
          </p:cNvPicPr>
          <p:nvPr/>
        </p:nvPicPr>
        <p:blipFill>
          <a:blip r:embed="rId4"/>
          <a:stretch>
            <a:fillRect/>
          </a:stretch>
        </p:blipFill>
        <p:spPr>
          <a:xfrm>
            <a:off x="4490720" y="4471670"/>
            <a:ext cx="3086100" cy="2762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RE-GCN</a:t>
            </a:r>
            <a:r>
              <a:rPr lang="zh-CN" altLang="en-US"/>
              <a:t>模型</a:t>
            </a:r>
            <a:endParaRPr lang="zh-CN" altLang="en-US"/>
          </a:p>
        </p:txBody>
      </p:sp>
      <p:sp>
        <p:nvSpPr>
          <p:cNvPr id="3" name="内容占位符 2"/>
          <p:cNvSpPr>
            <a:spLocks noGrp="1"/>
          </p:cNvSpPr>
          <p:nvPr>
            <p:ph idx="1"/>
          </p:nvPr>
        </p:nvSpPr>
        <p:spPr/>
        <p:txBody>
          <a:bodyPr>
            <a:normAutofit lnSpcReduction="10000"/>
          </a:bodyPr>
          <a:p>
            <a:r>
              <a:rPr lang="zh-CN" altLang="en-US"/>
              <a:t>演化</a:t>
            </a:r>
            <a:r>
              <a:rPr lang="zh-CN" altLang="en-US"/>
              <a:t>单元</a:t>
            </a:r>
            <a:endParaRPr lang="zh-CN" altLang="en-US"/>
          </a:p>
          <a:p>
            <a:pPr lvl="1"/>
            <a:r>
              <a:rPr lang="zh-CN" altLang="en-US"/>
              <a:t>演化单元由一个关系感知图卷积网络</a:t>
            </a:r>
            <a:r>
              <a:rPr lang="en-US" altLang="zh-CN"/>
              <a:t>(GCN)</a:t>
            </a:r>
            <a:r>
              <a:rPr lang="zh-CN" altLang="en-US"/>
              <a:t>、两个门控循环</a:t>
            </a:r>
            <a:r>
              <a:rPr lang="zh-CN" altLang="en-US"/>
              <a:t>组件以及一个静态图约束组件组成。</a:t>
            </a:r>
            <a:endParaRPr lang="zh-CN" altLang="en-US"/>
          </a:p>
          <a:p>
            <a:pPr lvl="1"/>
            <a:r>
              <a:rPr lang="zh-CN" altLang="en-US" b="1"/>
              <a:t>关系感知</a:t>
            </a:r>
            <a:r>
              <a:rPr lang="en-US" altLang="zh-CN" b="1"/>
              <a:t>GCN</a:t>
            </a:r>
            <a:r>
              <a:rPr lang="zh-CN" altLang="en-US"/>
              <a:t>旨在捕获每个时间戳下知识图谱</a:t>
            </a:r>
            <a:r>
              <a:rPr lang="en-US" altLang="zh-CN"/>
              <a:t>(KG)</a:t>
            </a:r>
            <a:r>
              <a:rPr lang="zh-CN" altLang="en-US"/>
              <a:t>内部的结构依赖关系</a:t>
            </a:r>
            <a:endParaRPr lang="zh-CN" altLang="en-US"/>
          </a:p>
          <a:p>
            <a:pPr lvl="1"/>
            <a:r>
              <a:rPr lang="zh-CN" altLang="en-US" b="1"/>
              <a:t>两个门控循环组件</a:t>
            </a:r>
            <a:r>
              <a:rPr lang="zh-CN" altLang="en-US"/>
              <a:t>以自回归方式对历史知识图谱序列进行建模</a:t>
            </a:r>
            <a:endParaRPr lang="zh-CN" altLang="en-US"/>
          </a:p>
          <a:p>
            <a:pPr lvl="1"/>
            <a:r>
              <a:rPr lang="zh-CN" altLang="en-US" b="1"/>
              <a:t>时间门控循环组件</a:t>
            </a:r>
            <a:r>
              <a:rPr lang="zh-CN" altLang="en-US"/>
              <a:t>和</a:t>
            </a:r>
            <a:r>
              <a:rPr lang="en-US" altLang="zh-CN" b="1"/>
              <a:t>GRU</a:t>
            </a:r>
            <a:r>
              <a:rPr lang="zh-CN" altLang="en-US" b="1"/>
              <a:t>组件</a:t>
            </a:r>
            <a:r>
              <a:rPr lang="zh-CN" altLang="en-US"/>
              <a:t>分别获取每个时间戳下实体和关系的演化表示</a:t>
            </a:r>
            <a:endParaRPr lang="zh-CN" altLang="en-US"/>
          </a:p>
          <a:p>
            <a:pPr lvl="1"/>
            <a:r>
              <a:rPr lang="zh-CN" altLang="en-US" b="1"/>
              <a:t>静态图约束组件</a:t>
            </a:r>
            <a:r>
              <a:rPr lang="zh-CN" altLang="en-US"/>
              <a:t>通过在实体的</a:t>
            </a:r>
            <a:r>
              <a:rPr lang="zh-CN" altLang="en-US" u="sng"/>
              <a:t>静态嵌入</a:t>
            </a:r>
            <a:r>
              <a:rPr lang="zh-CN" altLang="en-US"/>
              <a:t>和</a:t>
            </a:r>
            <a:r>
              <a:rPr lang="zh-CN" altLang="en-US" u="sng"/>
              <a:t>演化嵌入</a:t>
            </a:r>
            <a:r>
              <a:rPr lang="zh-CN" altLang="en-US"/>
              <a:t>之间</a:t>
            </a:r>
            <a:r>
              <a:rPr lang="zh-CN" altLang="en-US" b="1"/>
              <a:t>添加约束</a:t>
            </a:r>
            <a:r>
              <a:rPr lang="zh-CN" altLang="en-US"/>
              <a:t>，将静态属性整合到演化嵌入中</a:t>
            </a:r>
            <a:endParaRPr lang="zh-CN" altLang="en-US"/>
          </a:p>
          <a:p>
            <a:pPr lvl="1"/>
            <a:r>
              <a:rPr lang="zh-CN" altLang="en-US"/>
              <a:t>演化单元计算从最近𝑚个时间戳的知识图谱序列（即𝐺</a:t>
            </a:r>
            <a:r>
              <a:rPr lang="zh-CN" altLang="en-US" baseline="-25000"/>
              <a:t>𝑡</a:t>
            </a:r>
            <a:r>
              <a:rPr lang="en-US" altLang="zh-CN" baseline="-25000"/>
              <a:t>−</a:t>
            </a:r>
            <a:r>
              <a:rPr lang="zh-CN" altLang="en-US" baseline="-25000"/>
              <a:t>𝑚</a:t>
            </a:r>
            <a:r>
              <a:rPr lang="en-US" altLang="zh-CN" baseline="-25000"/>
              <a:t>+1</a:t>
            </a:r>
            <a:r>
              <a:rPr lang="en-US" altLang="zh-CN"/>
              <a:t>, ..., </a:t>
            </a:r>
            <a:r>
              <a:rPr lang="zh-CN" altLang="en-US"/>
              <a:t>𝐺</a:t>
            </a:r>
            <a:r>
              <a:rPr lang="en-US" altLang="zh-CN" baseline="-25000"/>
              <a:t>t</a:t>
            </a:r>
            <a:r>
              <a:rPr lang="zh-CN" altLang="en-US"/>
              <a:t>）到实体嵌入矩阵序列（</a:t>
            </a:r>
            <a:r>
              <a:rPr lang="en-US" altLang="zh-CN"/>
              <a:t>H</a:t>
            </a:r>
            <a:r>
              <a:rPr lang="zh-CN" altLang="en-US" baseline="-25000"/>
              <a:t>𝑡</a:t>
            </a:r>
            <a:r>
              <a:rPr lang="en-US" altLang="zh-CN" baseline="-25000"/>
              <a:t>−</a:t>
            </a:r>
            <a:r>
              <a:rPr lang="zh-CN" altLang="en-US" baseline="-25000"/>
              <a:t>𝑚</a:t>
            </a:r>
            <a:r>
              <a:rPr lang="en-US" altLang="zh-CN" baseline="-25000"/>
              <a:t>+1</a:t>
            </a:r>
            <a:r>
              <a:rPr lang="en-US" altLang="zh-CN"/>
              <a:t>, ...H</a:t>
            </a:r>
            <a:r>
              <a:rPr lang="zh-CN" altLang="en-US" baseline="-25000"/>
              <a:t>𝑡</a:t>
            </a:r>
            <a:r>
              <a:rPr lang="en-US" altLang="zh-CN"/>
              <a:t> </a:t>
            </a:r>
            <a:r>
              <a:rPr lang="zh-CN" altLang="en-US"/>
              <a:t>）以及关系嵌入矩阵序列（</a:t>
            </a:r>
            <a:r>
              <a:rPr lang="en-US" altLang="zh-CN"/>
              <a:t>R</a:t>
            </a:r>
            <a:r>
              <a:rPr lang="zh-CN" altLang="en-US" baseline="-25000"/>
              <a:t>𝑡</a:t>
            </a:r>
            <a:r>
              <a:rPr lang="en-US" altLang="zh-CN" baseline="-25000"/>
              <a:t>−</a:t>
            </a:r>
            <a:r>
              <a:rPr lang="zh-CN" altLang="en-US" baseline="-25000"/>
              <a:t>𝑚</a:t>
            </a:r>
            <a:r>
              <a:rPr lang="en-US" altLang="zh-CN" baseline="-25000"/>
              <a:t>+1</a:t>
            </a:r>
            <a:r>
              <a:rPr lang="en-US" altLang="zh-CN"/>
              <a:t>, ..., R</a:t>
            </a:r>
            <a:r>
              <a:rPr lang="zh-CN" altLang="en-US" baseline="-25000"/>
              <a:t>𝑡</a:t>
            </a:r>
            <a:r>
              <a:rPr lang="en-US" altLang="zh-CN"/>
              <a:t> </a:t>
            </a:r>
            <a:r>
              <a:rPr lang="zh-CN" altLang="en-US"/>
              <a:t>）的循环映射</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4.1.1</a:t>
            </a:r>
            <a:r>
              <a:rPr lang="zh-CN" altLang="en-US"/>
              <a:t>并发事实间的结构依赖</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r>
                  <a:rPr lang="zh-CN" altLang="en-US" sz="2000"/>
                  <a:t>关系感知</a:t>
                </a:r>
                <a:r>
                  <a:rPr lang="en-US" altLang="zh-CN" sz="2000"/>
                  <a:t>GCN</a:t>
                </a:r>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en-US" altLang="zh-CN" i="1">
                                <a:latin typeface="Cambria Math" panose="02040503050406030204" charset="0"/>
                                <a:cs typeface="Cambria Math" panose="02040503050406030204" charset="0"/>
                              </a:rPr>
                              <m:t>𝜔</m:t>
                            </m:r>
                            <m:r>
                              <a:rPr lang="zh-CN" altLang="en-US" i="1">
                                <a:latin typeface="Cambria Math" panose="02040503050406030204" charset="0"/>
                                <a:ea typeface="MS Mincho" charset="0"/>
                                <a:cs typeface="Cambria Math" panose="02040503050406030204" charset="0"/>
                              </a:rPr>
                              <m:t>层图卷积网络</m:t>
                            </m:r>
                            <m:r>
                              <a:rPr lang="en-US" altLang="zh-CN" i="1">
                                <a:latin typeface="Cambria Math" panose="02040503050406030204" charset="0"/>
                                <a:ea typeface="MS Mincho" charset="0"/>
                                <a:cs typeface="Cambria Math" panose="02040503050406030204" charset="0"/>
                              </a:rPr>
                              <m:t>                                                                           </m:t>
                            </m:r>
                          </m:e>
                          <m:e>
                            <m:r>
                              <a:rPr lang="zh-CN" altLang="en-US" i="1">
                                <a:latin typeface="Cambria Math" panose="02040503050406030204" charset="0"/>
                                <a:cs typeface="Cambria Math" panose="02040503050406030204" charset="0"/>
                              </a:rPr>
                              <m:t>消息传递机制</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对象实体从主题实体</m:t>
                            </m:r>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关系获取信息</m:t>
                            </m:r>
                          </m:e>
                          <m:e>
                            <m:r>
                              <a:rPr lang="zh-CN" altLang="en-US" i="1">
                                <a:latin typeface="Cambria Math" panose="02040503050406030204" charset="0"/>
                                <a:cs typeface="Cambria Math" panose="02040503050406030204" charset="0"/>
                              </a:rPr>
                              <m:t>公式</m:t>
                            </m:r>
                            <m:r>
                              <a:rPr lang="en-US" altLang="zh-CN" i="1">
                                <a:latin typeface="Cambria Math" panose="02040503050406030204" charset="0"/>
                                <a:cs typeface="Cambria Math" panose="02040503050406030204" charset="0"/>
                              </a:rPr>
                              <m:t>：                                                                                            </m:t>
                            </m:r>
                          </m:e>
                          <m:e>
                            <m:r>
                              <a:rPr lang="zh-CN" altLang="en-US" i="1">
                                <a:latin typeface="Cambria Math" panose="02040503050406030204" charset="0"/>
                                <a:ea typeface="MS Mincho" charset="0"/>
                                <a:cs typeface="Cambria Math" panose="02040503050406030204" charset="0"/>
                              </a:rPr>
                              <m:t>捕捉</m:t>
                            </m:r>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同一时间戳内事实间的结构依赖</m:t>
                            </m:r>
                            <m:r>
                              <a:rPr lang="en-US" altLang="zh-CN" i="1">
                                <a:latin typeface="Cambria Math" panose="02040503050406030204" charset="0"/>
                                <a:ea typeface="MS Mincho" charset="0"/>
                                <a:cs typeface="Cambria Math" panose="02040503050406030204" charset="0"/>
                              </a:rPr>
                              <m:t>                            </m:t>
                            </m:r>
                          </m:e>
                        </m:eqArr>
                      </m:e>
                    </m:d>
                  </m:oMath>
                </a14:m>
                <a:endParaRPr lang="en-US" altLang="zh-CN" i="1">
                  <a:latin typeface="Cambria Math" panose="02040503050406030204" charset="0"/>
                  <a:cs typeface="Cambria Math" panose="02040503050406030204" charset="0"/>
                </a:endParaRPr>
              </a:p>
              <a:p>
                <a:endParaRPr lang="en-US" altLang="zh-CN"/>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700" b="7"/>
                </a:stretch>
              </a:blipFill>
            </p:spPr>
            <p:txBody>
              <a:bodyPr/>
              <a:lstStyle/>
              <a:p>
                <a:r>
                  <a:rPr lang="zh-CN" altLang="en-US">
                    <a:noFill/>
                  </a:rPr>
                  <a:t> </a:t>
                </a:r>
              </a:p>
            </p:txBody>
          </p:sp>
        </mc:Fallback>
      </mc:AlternateContent>
      <p:pic>
        <p:nvPicPr>
          <p:cNvPr id="6" name="图片 5"/>
          <p:cNvPicPr>
            <a:picLocks noChangeAspect="1"/>
          </p:cNvPicPr>
          <p:nvPr/>
        </p:nvPicPr>
        <p:blipFill>
          <a:blip r:embed="rId2"/>
          <a:stretch>
            <a:fillRect/>
          </a:stretch>
        </p:blipFill>
        <p:spPr>
          <a:xfrm>
            <a:off x="3863340" y="2593340"/>
            <a:ext cx="2966085" cy="5314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4.1.2</a:t>
            </a:r>
            <a:r>
              <a:rPr lang="zh-CN" altLang="en-US"/>
              <a:t>跨时间相邻事实的序列模式</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r>
                  <a:rPr lang="zh-CN" altLang="en-US">
                    <a:sym typeface="+mn-ea"/>
                  </a:rPr>
                  <a:t>时间门控循环组件</a:t>
                </a:r>
                <a14:m>
                  <m:oMath xmlns:m="http://schemas.openxmlformats.org/officeDocument/2006/math">
                    <m:d>
                      <m:dPr>
                        <m:begChr m:val="{"/>
                        <m:endChr m:val=""/>
                        <m:ctrlPr>
                          <a:rPr lang="en-US" altLang="zh-CN" i="1">
                            <a:latin typeface="Cambria Math" panose="02040503050406030204" charset="0"/>
                            <a:cs typeface="Cambria Math" panose="02040503050406030204" charset="0"/>
                            <a:sym typeface="+mn-ea"/>
                          </a:rPr>
                        </m:ctrlPr>
                      </m:dPr>
                      <m:e>
                        <m:eqArr>
                          <m:eqArrPr>
                            <m:ctrlPr>
                              <a:rPr lang="en-US" altLang="zh-CN" i="1">
                                <a:latin typeface="Cambria Math" panose="02040503050406030204" charset="0"/>
                                <a:cs typeface="Cambria Math" panose="02040503050406030204" charset="0"/>
                                <a:sym typeface="+mn-ea"/>
                              </a:rPr>
                            </m:ctrlPr>
                          </m:eqArrPr>
                          <m:e>
                            <m:r>
                              <a:rPr lang="zh-CN" altLang="en-US" i="1">
                                <a:latin typeface="Cambria Math" panose="02040503050406030204" charset="0"/>
                                <a:cs typeface="Cambria Math" panose="02040503050406030204" charset="0"/>
                                <a:sym typeface="+mn-ea"/>
                              </a:rPr>
                              <m:t>解决堆叠</m:t>
                            </m:r>
                            <m:r>
                              <a:rPr lang="en-US" altLang="zh-CN" i="1">
                                <a:latin typeface="Cambria Math" panose="02040503050406030204" charset="0"/>
                                <a:cs typeface="Cambria Math" panose="02040503050406030204" charset="0"/>
                                <a:sym typeface="+mn-ea"/>
                              </a:rPr>
                              <m:t>𝐺𝐶𝑁</m:t>
                            </m:r>
                            <m:r>
                              <a:rPr lang="zh-CN" altLang="en-US" i="1">
                                <a:latin typeface="Cambria Math" panose="02040503050406030204" charset="0"/>
                                <a:cs typeface="Cambria Math" panose="02040503050406030204" charset="0"/>
                                <a:sym typeface="+mn-ea"/>
                              </a:rPr>
                              <m:t>的过平滑和梯度消失</m:t>
                            </m:r>
                          </m:e>
                          <m:e>
                            <m:r>
                              <a:rPr lang="zh-CN" altLang="en-US" i="1">
                                <a:latin typeface="Cambria Math" panose="02040503050406030204" charset="0"/>
                                <a:cs typeface="Cambria Math" panose="02040503050406030204" charset="0"/>
                                <a:sym typeface="+mn-ea"/>
                              </a:rPr>
                              <m:t>公式</m:t>
                            </m:r>
                            <m:d>
                              <m:dPr>
                                <m:begChr m:val="{"/>
                                <m:endChr m:val=""/>
                                <m:ctrlPr>
                                  <a:rPr lang="zh-CN" altLang="en-US" i="1">
                                    <a:latin typeface="Cambria Math" panose="02040503050406030204" charset="0"/>
                                    <a:cs typeface="Cambria Math" panose="02040503050406030204" charset="0"/>
                                    <a:sym typeface="+mn-ea"/>
                                  </a:rPr>
                                </m:ctrlPr>
                              </m:dPr>
                              <m:e>
                                <m:eqArr>
                                  <m:eqArrPr>
                                    <m:ctrlPr>
                                      <a:rPr lang="zh-CN" altLang="en-US" i="1">
                                        <a:latin typeface="Cambria Math" panose="02040503050406030204" charset="0"/>
                                        <a:cs typeface="Cambria Math" panose="02040503050406030204" charset="0"/>
                                        <a:sym typeface="+mn-ea"/>
                                      </a:rPr>
                                    </m:ctrlPr>
                                  </m:eqArrPr>
                                  <m:e>
                                    <m:r>
                                      <a:rPr lang="zh-CN" altLang="en-US" i="1">
                                        <a:latin typeface="Cambria Math" panose="02040503050406030204" charset="0"/>
                                        <a:cs typeface="Cambria Math" panose="02040503050406030204" charset="0"/>
                                        <a:sym typeface="+mn-ea"/>
                                      </a:rPr>
                                      <m:t>时间门</m:t>
                                    </m:r>
                                    <m:r>
                                      <a:rPr lang="en-US" altLang="zh-CN" i="1">
                                        <a:latin typeface="Cambria Math" panose="02040503050406030204" charset="0"/>
                                        <a:cs typeface="Cambria Math" panose="02040503050406030204" charset="0"/>
                                        <a:sym typeface="+mn-ea"/>
                                      </a:rPr>
                                      <m:t>：</m:t>
                                    </m:r>
                                  </m:e>
                                  <m:e>
                                    <m:r>
                                      <a:rPr lang="zh-CN" altLang="en-US" i="1">
                                        <a:latin typeface="Cambria Math" panose="02040503050406030204" charset="0"/>
                                        <a:cs typeface="Cambria Math" panose="02040503050406030204" charset="0"/>
                                        <a:sym typeface="+mn-ea"/>
                                      </a:rPr>
                                      <m:t>实体更新</m:t>
                                    </m:r>
                                    <m:r>
                                      <a:rPr lang="en-US" altLang="zh-CN" i="1">
                                        <a:latin typeface="Cambria Math" panose="02040503050406030204" charset="0"/>
                                        <a:cs typeface="Cambria Math" panose="02040503050406030204" charset="0"/>
                                        <a:sym typeface="+mn-ea"/>
                                      </a:rPr>
                                      <m:t>：</m:t>
                                    </m:r>
                                  </m:e>
                                </m:eqArr>
                                <m:r>
                                  <a:rPr lang="en-US" altLang="zh-CN" i="1">
                                    <a:latin typeface="Cambria Math" panose="02040503050406030204" charset="0"/>
                                    <a:cs typeface="Cambria Math" panose="02040503050406030204" charset="0"/>
                                    <a:sym typeface="+mn-ea"/>
                                  </a:rPr>
                                  <m:t>                                 </m:t>
                                </m:r>
                              </m:e>
                            </m:d>
                          </m:e>
                          <m:e>
                            <m:r>
                              <a:rPr lang="zh-CN" altLang="en-US" i="1">
                                <a:latin typeface="Cambria Math" panose="02040503050406030204" charset="0"/>
                                <a:cs typeface="Cambria Math" panose="02040503050406030204" charset="0"/>
                                <a:sym typeface="+mn-ea"/>
                              </a:rPr>
                              <m:t>捕捉</m:t>
                            </m:r>
                            <m:r>
                              <a:rPr lang="en-US" altLang="zh-CN" i="1">
                                <a:latin typeface="Cambria Math" panose="02040503050406030204" charset="0"/>
                                <a:cs typeface="Cambria Math" panose="02040503050406030204" charset="0"/>
                                <a:sym typeface="+mn-ea"/>
                              </a:rPr>
                              <m:t>：</m:t>
                            </m:r>
                            <m:r>
                              <a:rPr lang="zh-CN" altLang="en-US" i="1">
                                <a:latin typeface="Cambria Math" panose="02040503050406030204" charset="0"/>
                                <a:ea typeface="MS Mincho" charset="0"/>
                                <a:cs typeface="Cambria Math" panose="02040503050406030204" charset="0"/>
                                <a:sym typeface="+mn-ea"/>
                              </a:rPr>
                              <m:t>时序相邻事实的序列模型</m:t>
                            </m:r>
                            <m:r>
                              <a:rPr lang="en-US" altLang="zh-CN" i="1">
                                <a:latin typeface="Cambria Math" panose="02040503050406030204" charset="0"/>
                                <a:ea typeface="MS Mincho" charset="0"/>
                                <a:cs typeface="Cambria Math" panose="02040503050406030204" charset="0"/>
                                <a:sym typeface="+mn-ea"/>
                              </a:rPr>
                              <m:t>    </m:t>
                            </m:r>
                          </m:e>
                        </m:eqArr>
                      </m:e>
                    </m:d>
                  </m:oMath>
                </a14:m>
                <a:endParaRPr lang="en-US" altLang="zh-CN" i="1">
                  <a:latin typeface="Cambria Math" panose="02040503050406030204" charset="0"/>
                  <a:cs typeface="Cambria Math" panose="02040503050406030204" charset="0"/>
                  <a:sym typeface="+mn-ea"/>
                </a:endParaRPr>
              </a:p>
              <a:p>
                <a:endParaRPr lang="zh-CN" altLang="en-US"/>
              </a:p>
              <a:p>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744" b="7"/>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6779260" y="2749550"/>
            <a:ext cx="2790825" cy="295275"/>
          </a:xfrm>
          <a:prstGeom prst="rect">
            <a:avLst/>
          </a:prstGeom>
        </p:spPr>
      </p:pic>
      <p:pic>
        <p:nvPicPr>
          <p:cNvPr id="5" name="图片 4"/>
          <p:cNvPicPr>
            <a:picLocks noChangeAspect="1"/>
          </p:cNvPicPr>
          <p:nvPr/>
        </p:nvPicPr>
        <p:blipFill>
          <a:blip r:embed="rId3"/>
          <a:stretch>
            <a:fillRect/>
          </a:stretch>
        </p:blipFill>
        <p:spPr>
          <a:xfrm>
            <a:off x="6779260" y="2321560"/>
            <a:ext cx="1809750" cy="2381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4.1.3</a:t>
            </a:r>
            <a:r>
              <a:rPr lang="zh-CN" altLang="en-US">
                <a:sym typeface="+mn-ea"/>
              </a:rPr>
              <a:t>跨时间相邻事实的序列模式</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r>
                  <a:rPr lang="en-US" altLang="zh-CN"/>
                  <a:t>GRU</a:t>
                </a:r>
                <a:r>
                  <a:rPr lang="zh-CN" altLang="en-US"/>
                  <a:t>关系更新</a:t>
                </a:r>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zh-CN" altLang="en-US" i="1">
                                <a:latin typeface="Cambria Math" panose="02040503050406030204" charset="0"/>
                                <a:cs typeface="Cambria Math" panose="02040503050406030204" charset="0"/>
                              </a:rPr>
                              <m:t>对关系嵌入进行序列模式</m:t>
                            </m:r>
                            <m:r>
                              <a:rPr lang="en-US" altLang="zh-CN" i="1">
                                <a:latin typeface="Cambria Math" panose="02040503050406030204" charset="0"/>
                                <a:cs typeface="Cambria Math" panose="02040503050406030204" charset="0"/>
                              </a:rPr>
                              <m:t>                                </m:t>
                            </m:r>
                          </m:e>
                          <m:e>
                            <m:r>
                              <a:rPr lang="zh-CN" altLang="en-US" i="1">
                                <a:latin typeface="Cambria Math" panose="02040503050406030204" charset="0"/>
                                <a:cs typeface="Cambria Math" panose="02040503050406030204" charset="0"/>
                              </a:rPr>
                              <m:t>公式</m:t>
                            </m:r>
                            <m:r>
                              <a:rPr lang="en-US" altLang="zh-CN" i="1">
                                <a:latin typeface="Cambria Math" panose="02040503050406030204" charset="0"/>
                                <a:cs typeface="Cambria Math" panose="02040503050406030204" charset="0"/>
                              </a:rPr>
                              <m:t>：                                                                     </m:t>
                            </m:r>
                          </m:e>
                          <m:e>
                            <m:r>
                              <a:rPr lang="zh-CN" altLang="en-US" i="1">
                                <a:latin typeface="Cambria Math" panose="02040503050406030204" charset="0"/>
                                <a:cs typeface="Cambria Math" panose="02040503050406030204" charset="0"/>
                              </a:rPr>
                              <m:t>输入</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相关实体池化表示</m:t>
                            </m:r>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关系自身嵌入</m:t>
                            </m:r>
                          </m:e>
                        </m:eqArr>
                      </m:e>
                    </m:d>
                  </m:oMath>
                </a14:m>
                <a:endParaRPr lang="en-US" altLang="zh-CN" i="1">
                  <a:latin typeface="Cambria Math" panose="02040503050406030204" charset="0"/>
                  <a:cs typeface="Cambria Math" panose="02040503050406030204" charset="0"/>
                </a:endParaRPr>
              </a:p>
              <a:p>
                <a:endParaRPr lang="zh-CN" altLang="en-US"/>
              </a:p>
              <a:p>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75" b="7"/>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4324350" y="2401570"/>
            <a:ext cx="1771650" cy="2952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4.1.4</a:t>
            </a:r>
            <a:r>
              <a:rPr lang="zh-CN" altLang="en-US"/>
              <a:t>静态图约束</a:t>
            </a:r>
            <a:r>
              <a:rPr lang="zh-CN" altLang="en-US"/>
              <a:t>组件</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endParaRPr lang="zh-CN" altLang="en-US"/>
              </a:p>
              <a:p>
                <a:endParaRPr lang="zh-CN" altLang="en-US"/>
              </a:p>
              <a:p>
                <a:endParaRPr lang="zh-CN" altLang="en-US"/>
              </a:p>
              <a:p>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zh-CN" altLang="en-US" i="1">
                                <a:latin typeface="Cambria Math" panose="02040503050406030204" charset="0"/>
                                <a:cs typeface="Cambria Math" panose="02040503050406030204" charset="0"/>
                              </a:rPr>
                              <m:t>构建实体静态图</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基于实体类型</m:t>
                            </m:r>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位置等</m:t>
                            </m:r>
                            <m:r>
                              <a:rPr lang="en-US" altLang="zh-CN" i="1">
                                <a:latin typeface="Cambria Math" panose="02040503050406030204" charset="0"/>
                                <a:cs typeface="Cambria Math" panose="02040503050406030204" charset="0"/>
                              </a:rPr>
                              <m:t>）                </m:t>
                            </m:r>
                          </m:e>
                          <m:e>
                            <m:r>
                              <a:rPr lang="zh-CN" altLang="en-US" i="1">
                                <a:latin typeface="Cambria Math" panose="02040503050406030204" charset="0"/>
                                <a:cs typeface="Cambria Math" panose="02040503050406030204" charset="0"/>
                              </a:rPr>
                              <m:t>使用</m:t>
                            </m:r>
                            <m:r>
                              <a:rPr lang="en-US" altLang="zh-CN" i="1">
                                <a:latin typeface="Cambria Math" panose="02040503050406030204" charset="0"/>
                                <a:cs typeface="Cambria Math" panose="02040503050406030204" charset="0"/>
                              </a:rPr>
                              <m:t>1</m:t>
                            </m:r>
                            <m:r>
                              <a:rPr lang="zh-CN" altLang="en-US" i="1">
                                <a:latin typeface="Cambria Math" panose="02040503050406030204" charset="0"/>
                                <a:ea typeface="MS Mincho" charset="0"/>
                                <a:cs typeface="Cambria Math" panose="02040503050406030204" charset="0"/>
                              </a:rPr>
                              <m:t>层</m:t>
                            </m:r>
                            <m:r>
                              <a:rPr lang="en-US" altLang="zh-CN" i="1">
                                <a:latin typeface="Cambria Math" panose="02040503050406030204" charset="0"/>
                                <a:ea typeface="MS Mincho" charset="0"/>
                                <a:cs typeface="Cambria Math" panose="02040503050406030204" charset="0"/>
                              </a:rPr>
                              <m:t>𝑅−𝐺𝐶𝑁</m:t>
                            </m:r>
                            <m:r>
                              <a:rPr lang="zh-CN" altLang="en-US" i="1">
                                <a:latin typeface="Cambria Math" panose="02040503050406030204" charset="0"/>
                                <a:ea typeface="MS Mincho" charset="0"/>
                                <a:cs typeface="Cambria Math" panose="02040503050406030204" charset="0"/>
                              </a:rPr>
                              <m:t>获取静态嵌入</m:t>
                            </m:r>
                            <m:r>
                              <a:rPr lang="en-US" altLang="zh-CN" i="1">
                                <a:latin typeface="Cambria Math" panose="02040503050406030204" charset="0"/>
                                <a:ea typeface="MS Mincho" charset="0"/>
                                <a:cs typeface="Cambria Math" panose="02040503050406030204" charset="0"/>
                              </a:rPr>
                              <m:t>                                          </m:t>
                            </m:r>
                          </m:e>
                          <m:e>
                            <m:r>
                              <a:rPr lang="zh-CN" altLang="en-US" i="1">
                                <a:latin typeface="Cambria Math" panose="02040503050406030204" charset="0"/>
                                <a:cs typeface="Cambria Math" panose="02040503050406030204" charset="0"/>
                              </a:rPr>
                              <m:t>角度约束</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演化嵌入与静态嵌入夹角</m:t>
                            </m:r>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ea typeface="MS Mincho"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𝜃</m:t>
                                </m:r>
                              </m:e>
                              <m:sub>
                                <m:r>
                                  <a:rPr lang="en-US" altLang="zh-CN" i="1">
                                    <a:latin typeface="Cambria Math" panose="02040503050406030204" charset="0"/>
                                    <a:ea typeface="MS Mincho" charset="0"/>
                                    <a:cs typeface="Cambria Math" panose="02040503050406030204" charset="0"/>
                                  </a:rPr>
                                  <m:t>x</m:t>
                                </m:r>
                              </m:sub>
                            </m:sSub>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随</m:t>
                            </m:r>
                            <m:r>
                              <a:rPr lang="en-US" altLang="zh-CN" i="1">
                                <a:latin typeface="Cambria Math" panose="02040503050406030204" charset="0"/>
                                <a:ea typeface="MS Mincho" charset="0"/>
                                <a:cs typeface="Cambria Math" panose="02040503050406030204" charset="0"/>
                              </a:rPr>
                              <m:t>x</m:t>
                            </m:r>
                            <m:r>
                              <a:rPr lang="zh-CN" altLang="en-US" i="1">
                                <a:latin typeface="Cambria Math" panose="02040503050406030204" charset="0"/>
                                <a:ea typeface="MS Mincho" charset="0"/>
                                <a:cs typeface="Cambria Math" panose="02040503050406030204" charset="0"/>
                              </a:rPr>
                              <m:t>递增</m:t>
                            </m:r>
                            <m:r>
                              <a:rPr lang="en-US" altLang="zh-CN" i="1">
                                <a:latin typeface="Cambria Math" panose="02040503050406030204" charset="0"/>
                                <a:ea typeface="MS Mincho" charset="0"/>
                                <a:cs typeface="Cambria Math" panose="02040503050406030204" charset="0"/>
                              </a:rPr>
                              <m:t>)</m:t>
                            </m:r>
                          </m:e>
                          <m:e>
                            <m:r>
                              <a:rPr lang="zh-CN" altLang="en-US" i="1">
                                <a:latin typeface="Cambria Math" panose="02040503050406030204" charset="0"/>
                                <a:ea typeface="MS Mincho" charset="0"/>
                                <a:cs typeface="Cambria Math" panose="02040503050406030204" charset="0"/>
                              </a:rPr>
                              <m:t>公式</m:t>
                            </m:r>
                            <m:r>
                              <a:rPr lang="en-US" altLang="zh-CN" i="1">
                                <a:latin typeface="Cambria Math" panose="02040503050406030204" charset="0"/>
                                <a:ea typeface="MS Mincho" charset="0"/>
                                <a:cs typeface="Cambria Math" panose="02040503050406030204" charset="0"/>
                              </a:rPr>
                              <m:t>8</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12</m:t>
                            </m:r>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损失函数</m:t>
                            </m:r>
                            <m:sSub>
                              <m:sSubPr>
                                <m:ctrlPr>
                                  <a:rPr lang="zh-CN" altLang="en-US" i="1">
                                    <a:latin typeface="Cambria Math" panose="02040503050406030204" charset="0"/>
                                    <a:ea typeface="MS Mincho"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𝐿</m:t>
                                </m:r>
                              </m:e>
                              <m:sub>
                                <m:r>
                                  <a:rPr lang="en-US" altLang="zh-CN" i="1">
                                    <a:latin typeface="Cambria Math" panose="02040503050406030204" charset="0"/>
                                    <a:ea typeface="MS Mincho" charset="0"/>
                                    <a:cs typeface="Cambria Math" panose="02040503050406030204" charset="0"/>
                                  </a:rPr>
                                  <m:t>st</m:t>
                                </m:r>
                              </m:sub>
                            </m:sSub>
                            <m:r>
                              <a:rPr lang="en-US" altLang="zh-CN" i="1">
                                <a:latin typeface="Cambria Math" panose="02040503050406030204" charset="0"/>
                                <a:ea typeface="MS Mincho" charset="0"/>
                                <a:cs typeface="Cambria Math" panose="02040503050406030204" charset="0"/>
                              </a:rPr>
                              <m:t>                                                    </m:t>
                            </m:r>
                          </m:e>
                          <m:e>
                            <m:r>
                              <a:rPr lang="zh-CN" altLang="en-US" i="1">
                                <a:latin typeface="Cambria Math" panose="02040503050406030204" charset="0"/>
                                <a:ea typeface="MS Mincho" charset="0"/>
                                <a:cs typeface="Cambria Math" panose="02040503050406030204" charset="0"/>
                              </a:rPr>
                              <m:t>作用</m:t>
                            </m:r>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提供实体背景知识</m:t>
                            </m:r>
                            <m:r>
                              <a:rPr lang="en-US" altLang="zh-CN" i="1">
                                <a:latin typeface="Cambria Math" panose="02040503050406030204" charset="0"/>
                                <a:ea typeface="MS Mincho" charset="0"/>
                                <a:cs typeface="Cambria Math" panose="02040503050406030204" charset="0"/>
                              </a:rPr>
                              <m:t>，</m:t>
                            </m:r>
                            <m:r>
                              <a:rPr lang="zh-CN" altLang="en-US" i="1">
                                <a:latin typeface="Cambria Math" panose="02040503050406030204" charset="0"/>
                                <a:ea typeface="MS Mincho" charset="0"/>
                                <a:cs typeface="Cambria Math" panose="02040503050406030204" charset="0"/>
                              </a:rPr>
                              <m:t>改善初始表示</m:t>
                            </m:r>
                            <m:r>
                              <a:rPr lang="en-US" altLang="zh-CN" i="1">
                                <a:latin typeface="Cambria Math" panose="02040503050406030204" charset="0"/>
                                <a:ea typeface="MS Mincho" charset="0"/>
                                <a:cs typeface="Cambria Math" panose="02040503050406030204" charset="0"/>
                              </a:rPr>
                              <m:t>                     </m:t>
                            </m:r>
                          </m:e>
                        </m:eqArr>
                      </m:e>
                    </m:d>
                  </m:oMath>
                </a14:m>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组件</a:t>
            </a:r>
            <a:r>
              <a:rPr lang="en-US" altLang="zh-CN"/>
              <a:t> 1</a:t>
            </a:r>
            <a:r>
              <a:rPr lang="zh-CN" altLang="en-US"/>
              <a:t>：关系感知</a:t>
            </a:r>
            <a:r>
              <a:rPr lang="en-US" altLang="zh-CN"/>
              <a:t> GCN</a:t>
            </a:r>
            <a:r>
              <a:rPr lang="zh-CN" altLang="en-US" sz="3110"/>
              <a:t>（</a:t>
            </a:r>
            <a:r>
              <a:rPr lang="en-US" altLang="zh-CN" sz="3110"/>
              <a:t>Relation-aware GCN</a:t>
            </a:r>
            <a:r>
              <a:rPr lang="zh-CN" altLang="en-US" sz="3110"/>
              <a:t>）</a:t>
            </a:r>
            <a:br>
              <a:rPr lang="zh-CN" altLang="en-US" sz="3110"/>
            </a:br>
            <a:r>
              <a:rPr lang="en-US" altLang="zh-CN"/>
              <a:t>—— </a:t>
            </a:r>
            <a:r>
              <a:rPr lang="zh-CN" altLang="en-US"/>
              <a:t>捕捉并发事实的结构依赖</a:t>
            </a:r>
            <a:endParaRPr lang="zh-CN" altLang="en-US"/>
          </a:p>
        </p:txBody>
      </p:sp>
      <p:sp>
        <p:nvSpPr>
          <p:cNvPr id="3" name="内容占位符 2"/>
          <p:cNvSpPr>
            <a:spLocks noGrp="1"/>
          </p:cNvSpPr>
          <p:nvPr>
            <p:ph idx="1"/>
          </p:nvPr>
        </p:nvSpPr>
        <p:spPr/>
        <p:txBody>
          <a:bodyPr/>
          <a:p>
            <a:r>
              <a:rPr lang="zh-CN" altLang="en-US"/>
              <a:t>建模单个时间戳</a:t>
            </a:r>
            <a:r>
              <a:rPr lang="en-US" altLang="zh-CN"/>
              <a:t>t</a:t>
            </a:r>
            <a:r>
              <a:rPr lang="zh-CN" altLang="en-US"/>
              <a:t>内</a:t>
            </a:r>
            <a:r>
              <a:rPr lang="en-US" altLang="zh-CN"/>
              <a:t> KG </a:t>
            </a:r>
            <a:r>
              <a:rPr lang="zh-CN" altLang="en-US"/>
              <a:t>的结构依赖：包括实体间通过事实的关联（如</a:t>
            </a:r>
            <a:r>
              <a:rPr lang="en-US" altLang="zh-CN"/>
              <a:t> “</a:t>
            </a:r>
            <a:r>
              <a:rPr lang="zh-CN" altLang="en-US"/>
              <a:t>政府</a:t>
            </a:r>
            <a:r>
              <a:rPr lang="en-US" altLang="zh-CN"/>
              <a:t> - </a:t>
            </a:r>
            <a:r>
              <a:rPr lang="zh-CN" altLang="en-US"/>
              <a:t>施压</a:t>
            </a:r>
            <a:r>
              <a:rPr lang="en-US" altLang="zh-CN"/>
              <a:t> - </a:t>
            </a:r>
            <a:r>
              <a:rPr lang="zh-CN" altLang="en-US"/>
              <a:t>民众</a:t>
            </a:r>
            <a:r>
              <a:rPr lang="en-US" altLang="zh-CN"/>
              <a:t>” </a:t>
            </a:r>
            <a:r>
              <a:rPr lang="zh-CN" altLang="en-US"/>
              <a:t>的间接影响）、关系间通过共享实体的关联（如同一实体参与的多个关系的相互作用）</a:t>
            </a:r>
            <a:endParaRPr lang="zh-CN" altLang="en-US"/>
          </a:p>
          <a:p>
            <a:pPr lvl="1"/>
            <a:r>
              <a:rPr lang="zh-CN" altLang="en-US"/>
              <a:t>步骤：</a:t>
            </a:r>
            <a:endParaRPr lang="zh-CN" altLang="en-US"/>
          </a:p>
          <a:p>
            <a:pPr lvl="2"/>
            <a:r>
              <a:rPr lang="zh-CN" altLang="en-US"/>
              <a:t>网络配置：采用</a:t>
            </a:r>
            <a:r>
              <a:rPr lang="en-US" altLang="zh-CN"/>
              <a:t>ω</a:t>
            </a:r>
            <a:r>
              <a:rPr lang="zh-CN" altLang="en-US"/>
              <a:t>层关系感知</a:t>
            </a:r>
            <a:r>
              <a:rPr lang="en-US" altLang="zh-CN"/>
              <a:t> GCN</a:t>
            </a:r>
            <a:r>
              <a:rPr lang="zh-CN" altLang="en-US"/>
              <a:t>（实验中</a:t>
            </a:r>
            <a:r>
              <a:rPr lang="en-US" altLang="zh-CN"/>
              <a:t> YAGO </a:t>
            </a:r>
            <a:r>
              <a:rPr lang="zh-CN" altLang="en-US"/>
              <a:t>设为</a:t>
            </a:r>
            <a:r>
              <a:rPr lang="en-US" altLang="zh-CN"/>
              <a:t> 1 </a:t>
            </a:r>
            <a:r>
              <a:rPr lang="zh-CN" altLang="en-US"/>
              <a:t>层，其他数据集设为</a:t>
            </a:r>
            <a:r>
              <a:rPr lang="en-US" altLang="zh-CN"/>
              <a:t> 2 </a:t>
            </a:r>
            <a:r>
              <a:rPr lang="zh-CN" altLang="en-US"/>
              <a:t>层），每层使用</a:t>
            </a:r>
            <a:r>
              <a:rPr lang="en-US" altLang="zh-CN"/>
              <a:t> dropout</a:t>
            </a:r>
            <a:r>
              <a:rPr lang="zh-CN" altLang="en-US"/>
              <a:t>（率</a:t>
            </a:r>
            <a:r>
              <a:rPr lang="en-US" altLang="zh-CN"/>
              <a:t> 0.2</a:t>
            </a:r>
            <a:r>
              <a:rPr lang="zh-CN" altLang="en-US"/>
              <a:t>）防止过拟合。</a:t>
            </a:r>
            <a:endParaRPr lang="zh-CN" altLang="en-US"/>
          </a:p>
          <a:p>
            <a:pPr lvl="2"/>
            <a:r>
              <a:rPr lang="zh-CN" altLang="en-US"/>
              <a:t>消息传递机制：基于</a:t>
            </a:r>
            <a:r>
              <a:rPr lang="en-US" altLang="zh-CN"/>
              <a:t> “</a:t>
            </a:r>
            <a:r>
              <a:rPr lang="zh-CN" altLang="en-US"/>
              <a:t>实体</a:t>
            </a:r>
            <a:r>
              <a:rPr lang="en-US" altLang="zh-CN"/>
              <a:t> - </a:t>
            </a:r>
            <a:r>
              <a:rPr lang="zh-CN" altLang="en-US"/>
              <a:t>关系</a:t>
            </a:r>
            <a:r>
              <a:rPr lang="en-US" altLang="zh-CN"/>
              <a:t>” </a:t>
            </a:r>
            <a:r>
              <a:rPr lang="zh-CN" altLang="en-US"/>
              <a:t>的平移特性（</a:t>
            </a:r>
            <a:r>
              <a:rPr lang="en-US" altLang="zh-CN"/>
              <a:t>h</a:t>
            </a:r>
            <a:r>
              <a:rPr lang="en-US" altLang="zh-CN" baseline="-25000"/>
              <a:t>s​</a:t>
            </a:r>
            <a:r>
              <a:rPr lang="en-US" altLang="zh-CN"/>
              <a:t>+r</a:t>
            </a:r>
            <a:r>
              <a:rPr lang="zh-CN" altLang="en-US"/>
              <a:t>），通过聚合邻居实体信息更新当前实体嵌入，公式（</a:t>
            </a:r>
            <a:r>
              <a:rPr lang="en-US" altLang="zh-CN"/>
              <a:t>3</a:t>
            </a:r>
            <a:r>
              <a:rPr lang="zh-CN" altLang="en-US"/>
              <a:t>）拆解</a:t>
            </a:r>
            <a:endParaRPr lang="zh-CN" altLang="en-US"/>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7435850" y="4121150"/>
              <a:ext cx="120650" cy="360"/>
            </p14:xfrm>
          </p:contentPart>
        </mc:Choice>
        <mc:Fallback xmlns="">
          <p:pic>
            <p:nvPicPr>
              <p:cNvPr id="4" name="墨迹 3"/>
            </p:nvPicPr>
            <p:blipFill>
              <a:blip r:embed="rId2"/>
            </p:blipFill>
            <p:spPr>
              <a:xfrm>
                <a:off x="7435850" y="4121150"/>
                <a:ext cx="120650" cy="3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7543800" y="4076700"/>
              <a:ext cx="25400" cy="69850"/>
            </p14:xfrm>
          </p:contentPart>
        </mc:Choice>
        <mc:Fallback xmlns="">
          <p:pic>
            <p:nvPicPr>
              <p:cNvPr id="5" name="墨迹 4"/>
            </p:nvPicPr>
            <p:blipFill>
              <a:blip r:embed="rId4"/>
            </p:blipFill>
            <p:spPr>
              <a:xfrm>
                <a:off x="7543800" y="4076700"/>
                <a:ext cx="25400" cy="698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7766050" y="4146550"/>
              <a:ext cx="82550" cy="360"/>
            </p14:xfrm>
          </p:contentPart>
        </mc:Choice>
        <mc:Fallback xmlns="">
          <p:pic>
            <p:nvPicPr>
              <p:cNvPr id="6" name="墨迹 5"/>
            </p:nvPicPr>
            <p:blipFill>
              <a:blip r:embed="rId6"/>
            </p:blipFill>
            <p:spPr>
              <a:xfrm>
                <a:off x="7766050" y="4146550"/>
                <a:ext cx="82550" cy="3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7829550" y="4108450"/>
              <a:ext cx="19050" cy="38100"/>
            </p14:xfrm>
          </p:contentPart>
        </mc:Choice>
        <mc:Fallback xmlns="">
          <p:pic>
            <p:nvPicPr>
              <p:cNvPr id="7" name="墨迹 6"/>
            </p:nvPicPr>
            <p:blipFill>
              <a:blip r:embed="rId8"/>
            </p:blipFill>
            <p:spPr>
              <a:xfrm>
                <a:off x="7829550" y="4108450"/>
                <a:ext cx="19050" cy="381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7727950" y="4121150"/>
              <a:ext cx="133350" cy="360"/>
            </p14:xfrm>
          </p:contentPart>
        </mc:Choice>
        <mc:Fallback xmlns="">
          <p:pic>
            <p:nvPicPr>
              <p:cNvPr id="8" name="墨迹 7"/>
            </p:nvPicPr>
            <p:blipFill>
              <a:blip r:embed="rId10"/>
            </p:blipFill>
            <p:spPr>
              <a:xfrm>
                <a:off x="7727950" y="4121150"/>
                <a:ext cx="133350" cy="3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7829550" y="4064000"/>
              <a:ext cx="38100" cy="88900"/>
            </p14:xfrm>
          </p:contentPart>
        </mc:Choice>
        <mc:Fallback xmlns="">
          <p:pic>
            <p:nvPicPr>
              <p:cNvPr id="9" name="墨迹 8"/>
            </p:nvPicPr>
            <p:blipFill>
              <a:blip r:embed="rId12"/>
            </p:blipFill>
            <p:spPr>
              <a:xfrm>
                <a:off x="7829550" y="4064000"/>
                <a:ext cx="38100" cy="88900"/>
              </a:xfrm>
              <a:prstGeom prst="rect"/>
            </p:spPr>
          </p:pic>
        </mc:Fallback>
      </mc:AlternateContent>
      <p:pic>
        <p:nvPicPr>
          <p:cNvPr id="10" name="图片 9"/>
          <p:cNvPicPr>
            <a:picLocks noChangeAspect="1"/>
          </p:cNvPicPr>
          <p:nvPr/>
        </p:nvPicPr>
        <p:blipFill>
          <a:blip r:embed="rId13"/>
          <a:stretch>
            <a:fillRect/>
          </a:stretch>
        </p:blipFill>
        <p:spPr>
          <a:xfrm>
            <a:off x="3435350" y="4809490"/>
            <a:ext cx="4533900" cy="828675"/>
          </a:xfrm>
          <a:prstGeom prst="rect">
            <a:avLst/>
          </a:prstGeom>
        </p:spPr>
      </p:pic>
      <p:sp>
        <p:nvSpPr>
          <p:cNvPr id="11" name="文本框 10"/>
          <p:cNvSpPr txBox="1"/>
          <p:nvPr/>
        </p:nvSpPr>
        <p:spPr>
          <a:xfrm>
            <a:off x="1217930" y="5808980"/>
            <a:ext cx="4064000" cy="368300"/>
          </a:xfrm>
          <a:prstGeom prst="rect">
            <a:avLst/>
          </a:prstGeom>
          <a:noFill/>
        </p:spPr>
        <p:txBody>
          <a:bodyPr wrap="square" rtlCol="0">
            <a:spAutoFit/>
          </a:bodyPr>
          <a:p>
            <a:r>
              <a:rPr lang="zh-CN" altLang="en-US"/>
              <a:t>实体</a:t>
            </a:r>
            <a:r>
              <a:rPr lang="en-US" altLang="zh-CN"/>
              <a:t>o</a:t>
            </a:r>
            <a:r>
              <a:rPr lang="zh-CN" altLang="en-US"/>
              <a:t>在时间戳</a:t>
            </a:r>
            <a:r>
              <a:rPr lang="en-US" altLang="zh-CN"/>
              <a:t>t</a:t>
            </a:r>
            <a:r>
              <a:rPr lang="zh-CN" altLang="en-US"/>
              <a:t>第</a:t>
            </a:r>
            <a:r>
              <a:rPr lang="en-US" altLang="zh-CN"/>
              <a:t>l</a:t>
            </a:r>
            <a:r>
              <a:rPr lang="zh-CN" altLang="en-US"/>
              <a:t>层的嵌入</a:t>
            </a:r>
            <a:endParaRPr lang="zh-CN" altLang="en-US"/>
          </a:p>
        </p:txBody>
      </p:sp>
      <p:sp>
        <p:nvSpPr>
          <p:cNvPr id="12" name="文本框 11"/>
          <p:cNvSpPr txBox="1"/>
          <p:nvPr/>
        </p:nvSpPr>
        <p:spPr>
          <a:xfrm>
            <a:off x="5596890" y="5805170"/>
            <a:ext cx="5262880" cy="368300"/>
          </a:xfrm>
          <a:prstGeom prst="rect">
            <a:avLst/>
          </a:prstGeom>
          <a:noFill/>
        </p:spPr>
        <p:txBody>
          <a:bodyPr wrap="square" rtlCol="0">
            <a:spAutoFit/>
          </a:bodyPr>
          <a:p>
            <a:r>
              <a:rPr lang="zh-CN" altLang="en-US"/>
              <a:t>第</a:t>
            </a:r>
            <a:r>
              <a:rPr lang="en-US" altLang="zh-CN"/>
              <a:t>l</a:t>
            </a:r>
            <a:r>
              <a:rPr lang="zh-CN" altLang="en-US"/>
              <a:t>层的聚合权重和自环权重（可学习参数）</a:t>
            </a:r>
            <a:endParaRPr lang="zh-CN" altLang="en-US"/>
          </a:p>
        </p:txBody>
      </p:sp>
      <p:sp>
        <p:nvSpPr>
          <p:cNvPr id="13" name="文本框 12"/>
          <p:cNvSpPr txBox="1"/>
          <p:nvPr/>
        </p:nvSpPr>
        <p:spPr>
          <a:xfrm>
            <a:off x="2985770" y="6294755"/>
            <a:ext cx="6335395" cy="368300"/>
          </a:xfrm>
          <a:prstGeom prst="rect">
            <a:avLst/>
          </a:prstGeom>
          <a:noFill/>
        </p:spPr>
        <p:txBody>
          <a:bodyPr wrap="square" rtlCol="0">
            <a:spAutoFit/>
          </a:bodyPr>
          <a:p>
            <a:r>
              <a:rPr lang="zh-CN" altLang="en-US"/>
              <a:t>归一化常数（实体</a:t>
            </a:r>
            <a:r>
              <a:rPr lang="en-US" altLang="zh-CN"/>
              <a:t>o</a:t>
            </a:r>
            <a:r>
              <a:rPr lang="zh-CN" altLang="en-US"/>
              <a:t>的入度，避免嵌入被高连接度实体主导）</a:t>
            </a:r>
            <a:endParaRPr lang="zh-CN" altLang="en-US"/>
          </a:p>
        </p:txBody>
      </p:sp>
      <p:sp>
        <p:nvSpPr>
          <p:cNvPr id="14" name="文本框 13"/>
          <p:cNvSpPr txBox="1"/>
          <p:nvPr/>
        </p:nvSpPr>
        <p:spPr>
          <a:xfrm>
            <a:off x="696595" y="4809490"/>
            <a:ext cx="2571115" cy="922020"/>
          </a:xfrm>
          <a:prstGeom prst="rect">
            <a:avLst/>
          </a:prstGeom>
          <a:noFill/>
        </p:spPr>
        <p:txBody>
          <a:bodyPr wrap="square" rtlCol="0">
            <a:spAutoFit/>
          </a:bodyPr>
          <a:p>
            <a:r>
              <a:rPr lang="en-US" altLang="zh-CN"/>
              <a:t>RReLU </a:t>
            </a:r>
            <a:r>
              <a:rPr lang="zh-CN" altLang="en-US"/>
              <a:t>激活函数（缓解梯度消失，适配多关系图的稀疏性）</a:t>
            </a:r>
            <a:endParaRPr lang="zh-CN" altLang="en-US"/>
          </a:p>
        </p:txBody>
      </p:sp>
      <mc:AlternateContent xmlns:mc="http://schemas.openxmlformats.org/markup-compatibility/2006" xmlns:p14="http://schemas.microsoft.com/office/powerpoint/2010/main">
        <mc:Choice Requires="p14">
          <p:contentPart r:id="rId14" p14:bwMode="auto">
            <p14:nvContentPartPr>
              <p14:cNvPr id="15" name="墨迹 14"/>
              <p14:cNvContentPartPr/>
              <p14:nvPr/>
            </p14:nvContentPartPr>
            <p14:xfrm>
              <a:off x="4445000" y="5505450"/>
              <a:ext cx="203200" cy="360"/>
            </p14:xfrm>
          </p:contentPart>
        </mc:Choice>
        <mc:Fallback xmlns="">
          <p:pic>
            <p:nvPicPr>
              <p:cNvPr id="15" name="墨迹 14"/>
            </p:nvPicPr>
            <p:blipFill>
              <a:blip r:embed="rId15"/>
            </p:blipFill>
            <p:spPr>
              <a:xfrm>
                <a:off x="4445000" y="5505450"/>
                <a:ext cx="203200" cy="36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6" name="墨迹 15"/>
              <p14:cNvContentPartPr/>
              <p14:nvPr/>
            </p14:nvContentPartPr>
            <p14:xfrm>
              <a:off x="4572000" y="5518150"/>
              <a:ext cx="50800" cy="781050"/>
            </p14:xfrm>
          </p:contentPart>
        </mc:Choice>
        <mc:Fallback xmlns="">
          <p:pic>
            <p:nvPicPr>
              <p:cNvPr id="16" name="墨迹 15"/>
            </p:nvPicPr>
            <p:blipFill>
              <a:blip r:embed="rId17"/>
            </p:blipFill>
            <p:spPr>
              <a:xfrm>
                <a:off x="4572000" y="5518150"/>
                <a:ext cx="50800" cy="78105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7" name="墨迹 16"/>
              <p14:cNvContentPartPr/>
              <p14:nvPr/>
            </p14:nvContentPartPr>
            <p14:xfrm>
              <a:off x="4578350" y="6235700"/>
              <a:ext cx="152400" cy="88900"/>
            </p14:xfrm>
          </p:contentPart>
        </mc:Choice>
        <mc:Fallback xmlns="">
          <p:pic>
            <p:nvPicPr>
              <p:cNvPr id="17" name="墨迹 16"/>
            </p:nvPicPr>
            <p:blipFill>
              <a:blip r:embed="rId19"/>
            </p:blipFill>
            <p:spPr>
              <a:xfrm>
                <a:off x="4578350" y="6235700"/>
                <a:ext cx="152400" cy="8890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8" name="墨迹 17"/>
              <p14:cNvContentPartPr/>
              <p14:nvPr/>
            </p14:nvContentPartPr>
            <p14:xfrm>
              <a:off x="7340600" y="5334000"/>
              <a:ext cx="520700" cy="508000"/>
            </p14:xfrm>
          </p:contentPart>
        </mc:Choice>
        <mc:Fallback xmlns="">
          <p:pic>
            <p:nvPicPr>
              <p:cNvPr id="18" name="墨迹 17"/>
            </p:nvPicPr>
            <p:blipFill>
              <a:blip r:embed="rId21"/>
            </p:blipFill>
            <p:spPr>
              <a:xfrm>
                <a:off x="7340600" y="5334000"/>
                <a:ext cx="520700" cy="50800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9" name="墨迹 18"/>
              <p14:cNvContentPartPr/>
              <p14:nvPr/>
            </p14:nvContentPartPr>
            <p14:xfrm>
              <a:off x="7670800" y="5721350"/>
              <a:ext cx="215900" cy="184150"/>
            </p14:xfrm>
          </p:contentPart>
        </mc:Choice>
        <mc:Fallback xmlns="">
          <p:pic>
            <p:nvPicPr>
              <p:cNvPr id="19" name="墨迹 18"/>
            </p:nvPicPr>
            <p:blipFill>
              <a:blip r:embed="rId23"/>
            </p:blipFill>
            <p:spPr>
              <a:xfrm>
                <a:off x="7670800" y="5721350"/>
                <a:ext cx="215900" cy="18415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20" name="墨迹 19"/>
              <p14:cNvContentPartPr/>
              <p14:nvPr/>
            </p14:nvContentPartPr>
            <p14:xfrm>
              <a:off x="6915150" y="5721350"/>
              <a:ext cx="133350" cy="133350"/>
            </p14:xfrm>
          </p:contentPart>
        </mc:Choice>
        <mc:Fallback xmlns="">
          <p:pic>
            <p:nvPicPr>
              <p:cNvPr id="20" name="墨迹 19"/>
            </p:nvPicPr>
            <p:blipFill>
              <a:blip r:embed="rId25"/>
            </p:blipFill>
            <p:spPr>
              <a:xfrm>
                <a:off x="6915150" y="5721350"/>
                <a:ext cx="133350" cy="13335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21" name="墨迹 20"/>
              <p14:cNvContentPartPr/>
              <p14:nvPr/>
            </p14:nvContentPartPr>
            <p14:xfrm>
              <a:off x="4159250" y="5359400"/>
              <a:ext cx="114300" cy="360"/>
            </p14:xfrm>
          </p:contentPart>
        </mc:Choice>
        <mc:Fallback xmlns="">
          <p:pic>
            <p:nvPicPr>
              <p:cNvPr id="21" name="墨迹 20"/>
            </p:nvPicPr>
            <p:blipFill>
              <a:blip r:embed="rId27"/>
            </p:blipFill>
            <p:spPr>
              <a:xfrm>
                <a:off x="4159250" y="5359400"/>
                <a:ext cx="114300" cy="36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22" name="墨迹 21"/>
              <p14:cNvContentPartPr/>
              <p14:nvPr/>
            </p14:nvContentPartPr>
            <p14:xfrm>
              <a:off x="2971800" y="5372100"/>
              <a:ext cx="1257300" cy="203200"/>
            </p14:xfrm>
          </p:contentPart>
        </mc:Choice>
        <mc:Fallback xmlns="">
          <p:pic>
            <p:nvPicPr>
              <p:cNvPr id="22" name="墨迹 21"/>
            </p:nvPicPr>
            <p:blipFill>
              <a:blip r:embed="rId29"/>
            </p:blipFill>
            <p:spPr>
              <a:xfrm>
                <a:off x="2971800" y="5372100"/>
                <a:ext cx="1257300" cy="203200"/>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23" name="墨迹 22"/>
              <p14:cNvContentPartPr/>
              <p14:nvPr/>
            </p14:nvContentPartPr>
            <p14:xfrm>
              <a:off x="2997200" y="5429250"/>
              <a:ext cx="88900" cy="360"/>
            </p14:xfrm>
          </p:contentPart>
        </mc:Choice>
        <mc:Fallback xmlns="">
          <p:pic>
            <p:nvPicPr>
              <p:cNvPr id="23" name="墨迹 22"/>
            </p:nvPicPr>
            <p:blipFill>
              <a:blip r:embed="rId31"/>
            </p:blipFill>
            <p:spPr>
              <a:xfrm>
                <a:off x="2997200" y="5429250"/>
                <a:ext cx="88900" cy="360"/>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24" name="墨迹 23"/>
              <p14:cNvContentPartPr/>
              <p14:nvPr/>
            </p14:nvContentPartPr>
            <p14:xfrm>
              <a:off x="3581400" y="5334000"/>
              <a:ext cx="323850" cy="6350"/>
            </p14:xfrm>
          </p:contentPart>
        </mc:Choice>
        <mc:Fallback xmlns="">
          <p:pic>
            <p:nvPicPr>
              <p:cNvPr id="24" name="墨迹 23"/>
            </p:nvPicPr>
            <p:blipFill>
              <a:blip r:embed="rId33"/>
            </p:blipFill>
            <p:spPr>
              <a:xfrm>
                <a:off x="3581400" y="5334000"/>
                <a:ext cx="323850" cy="6350"/>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25" name="墨迹 24"/>
              <p14:cNvContentPartPr/>
              <p14:nvPr/>
            </p14:nvContentPartPr>
            <p14:xfrm>
              <a:off x="3683000" y="5346700"/>
              <a:ext cx="95250" cy="457200"/>
            </p14:xfrm>
          </p:contentPart>
        </mc:Choice>
        <mc:Fallback xmlns="">
          <p:pic>
            <p:nvPicPr>
              <p:cNvPr id="25" name="墨迹 24"/>
            </p:nvPicPr>
            <p:blipFill>
              <a:blip r:embed="rId35"/>
            </p:blipFill>
            <p:spPr>
              <a:xfrm>
                <a:off x="3683000" y="5346700"/>
                <a:ext cx="95250" cy="457200"/>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26" name="墨迹 25"/>
              <p14:cNvContentPartPr/>
              <p14:nvPr/>
            </p14:nvContentPartPr>
            <p14:xfrm>
              <a:off x="3619500" y="5727700"/>
              <a:ext cx="222250" cy="101600"/>
            </p14:xfrm>
          </p:contentPart>
        </mc:Choice>
        <mc:Fallback xmlns="">
          <p:pic>
            <p:nvPicPr>
              <p:cNvPr id="26" name="墨迹 25"/>
            </p:nvPicPr>
            <p:blipFill>
              <a:blip r:embed="rId37"/>
            </p:blipFill>
            <p:spPr>
              <a:xfrm>
                <a:off x="3619500" y="5727700"/>
                <a:ext cx="222250" cy="101600"/>
              </a:xfrm>
              <a:prstGeom prst="rect"/>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组件</a:t>
            </a:r>
            <a:r>
              <a:rPr lang="en-US" altLang="zh-CN">
                <a:sym typeface="+mn-ea"/>
              </a:rPr>
              <a:t> 1</a:t>
            </a:r>
            <a:r>
              <a:rPr lang="zh-CN" altLang="en-US">
                <a:sym typeface="+mn-ea"/>
              </a:rPr>
              <a:t>：关系感知</a:t>
            </a:r>
            <a:r>
              <a:rPr lang="en-US" altLang="zh-CN">
                <a:sym typeface="+mn-ea"/>
              </a:rPr>
              <a:t> GCN</a:t>
            </a:r>
            <a:r>
              <a:rPr lang="zh-CN" altLang="en-US">
                <a:sym typeface="+mn-ea"/>
              </a:rPr>
              <a:t>（</a:t>
            </a:r>
            <a:r>
              <a:rPr lang="en-US" altLang="zh-CN">
                <a:sym typeface="+mn-ea"/>
              </a:rPr>
              <a:t>Relation-aware GCN</a:t>
            </a:r>
            <a:r>
              <a:rPr lang="zh-CN" altLang="en-US">
                <a:sym typeface="+mn-ea"/>
              </a:rPr>
              <a:t>）</a:t>
            </a:r>
            <a:br>
              <a:rPr lang="zh-CN" altLang="en-US">
                <a:sym typeface="+mn-ea"/>
              </a:rPr>
            </a:br>
            <a:r>
              <a:rPr lang="en-US" altLang="zh-CN">
                <a:sym typeface="+mn-ea"/>
              </a:rPr>
              <a:t>—— </a:t>
            </a:r>
            <a:r>
              <a:rPr lang="zh-CN" altLang="en-US">
                <a:sym typeface="+mn-ea"/>
              </a:rPr>
              <a:t>捕捉并发事实的结构依赖</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r>
                  <a:rPr lang="zh-CN" altLang="en-US"/>
                  <a:t>无事实实体处理：对于未参与任何事实的实体，仅执行自环操作（补充参数</a:t>
                </a:r>
                <a:r>
                  <a:rPr lang="en-US" altLang="zh-CN"/>
                  <a:t>W3l​</a:t>
                </a:r>
                <a:r>
                  <a:rPr lang="zh-CN" altLang="en-US"/>
                  <a:t>），视为</a:t>
                </a:r>
                <a:r>
                  <a:rPr lang="en-US" altLang="zh-CN"/>
                  <a:t> “</a:t>
                </a:r>
                <a:r>
                  <a:rPr lang="zh-CN" altLang="en-US"/>
                  <a:t>实体自演化</a:t>
                </a:r>
                <a:r>
                  <a:rPr lang="en-US" altLang="zh-CN"/>
                  <a:t>”</a:t>
                </a:r>
                <a:r>
                  <a:rPr lang="zh-CN" altLang="en-US"/>
                  <a:t>，避免嵌入更新中断</a:t>
                </a:r>
                <a:endParaRPr lang="zh-CN" altLang="en-US"/>
              </a:p>
              <a:p>
                <a:r>
                  <a:rPr lang="zh-CN" altLang="en-US"/>
                  <a:t>输出结果</a:t>
                </a:r>
                <a:endParaRPr lang="zh-CN" altLang="en-US"/>
              </a:p>
              <a:p>
                <a:pPr lvl="1"/>
                <a:r>
                  <a:rPr lang="zh-CN" altLang="en-US"/>
                  <a:t>时间戳</a:t>
                </a:r>
                <a:r>
                  <a:rPr lang="en-US" altLang="zh-CN"/>
                  <a:t>t</a:t>
                </a:r>
                <a:r>
                  <a:rPr lang="zh-CN" altLang="en-US"/>
                  <a:t>经过</a:t>
                </a:r>
                <a:r>
                  <a:rPr lang="en-US" altLang="zh-CN"/>
                  <a:t>ω</a:t>
                </a:r>
                <a:r>
                  <a:rPr lang="zh-CN" altLang="en-US"/>
                  <a:t>层</a:t>
                </a:r>
                <a:r>
                  <a:rPr lang="en-US" altLang="zh-CN"/>
                  <a:t> GCN </a:t>
                </a:r>
                <a:r>
                  <a:rPr lang="zh-CN" altLang="en-US"/>
                  <a:t>后的实体嵌入矩阵</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𝐻</m:t>
                        </m:r>
                      </m:e>
                      <m:sub>
                        <m:r>
                          <a:rPr lang="en-US" altLang="zh-CN">
                            <a:sym typeface="+mn-ea"/>
                          </a:rPr>
                          <m:t>ω​</m:t>
                        </m:r>
                      </m:sub>
                      <m:sup>
                        <m:r>
                          <a:rPr lang="en-US" altLang="zh-CN" i="1">
                            <a:latin typeface="Cambria Math" panose="02040503050406030204" charset="0"/>
                            <a:cs typeface="Cambria Math" panose="02040503050406030204" charset="0"/>
                          </a:rPr>
                          <m:t>t</m:t>
                        </m:r>
                      </m:sup>
                    </m:sSubSup>
                  </m:oMath>
                </a14:m>
                <a:r>
                  <a:rPr lang="zh-CN" altLang="en-US"/>
                  <a:t>（已融合该时间戳内所有事实的结构依赖）</a:t>
                </a:r>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467" b="7"/>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组件</a:t>
            </a:r>
            <a:r>
              <a:rPr lang="en-US" altLang="zh-CN"/>
              <a:t> 2</a:t>
            </a:r>
            <a:r>
              <a:rPr lang="zh-CN" altLang="en-US"/>
              <a:t>：门控循环组件</a:t>
            </a:r>
            <a:r>
              <a:rPr lang="en-US" altLang="zh-CN"/>
              <a:t> </a:t>
            </a:r>
            <a:r>
              <a:rPr lang="en-US" altLang="zh-CN" sz="2800"/>
              <a:t>—— </a:t>
            </a:r>
            <a:r>
              <a:rPr lang="zh-CN" altLang="en-US" sz="2800"/>
              <a:t>捕捉跨时间戳的时序模式</a:t>
            </a:r>
            <a:endParaRPr lang="zh-CN" altLang="en-US" sz="2800"/>
          </a:p>
        </p:txBody>
      </p:sp>
      <p:sp>
        <p:nvSpPr>
          <p:cNvPr id="3" name="内容占位符 2"/>
          <p:cNvSpPr>
            <a:spLocks noGrp="1"/>
          </p:cNvSpPr>
          <p:nvPr>
            <p:ph idx="1"/>
          </p:nvPr>
        </p:nvSpPr>
        <p:spPr/>
        <p:txBody>
          <a:bodyPr/>
          <a:p>
            <a:r>
              <a:rPr lang="zh-CN" altLang="en-US"/>
              <a:t>建模跨时间戳的演化规律：</a:t>
            </a:r>
            <a:r>
              <a:rPr lang="zh-CN" altLang="en-US" b="1"/>
              <a:t>实体的行为趋势</a:t>
            </a:r>
            <a:r>
              <a:rPr lang="zh-CN" altLang="en-US"/>
              <a:t>（如</a:t>
            </a:r>
            <a:r>
              <a:rPr lang="en-US" altLang="zh-CN"/>
              <a:t> “</a:t>
            </a:r>
            <a:r>
              <a:rPr lang="zh-CN" altLang="en-US"/>
              <a:t>持续批评某类实体</a:t>
            </a:r>
            <a:r>
              <a:rPr lang="en-US" altLang="zh-CN"/>
              <a:t>”</a:t>
            </a:r>
            <a:r>
              <a:rPr lang="zh-CN" altLang="en-US"/>
              <a:t>）、</a:t>
            </a:r>
            <a:r>
              <a:rPr lang="zh-CN" altLang="en-US" b="1"/>
              <a:t>关系的出现模式</a:t>
            </a:r>
            <a:r>
              <a:rPr lang="zh-CN" altLang="en-US"/>
              <a:t>（如</a:t>
            </a:r>
            <a:r>
              <a:rPr lang="en-US" altLang="zh-CN"/>
              <a:t> “</a:t>
            </a:r>
            <a:r>
              <a:rPr lang="zh-CN" altLang="en-US"/>
              <a:t>访问后伴随合作</a:t>
            </a:r>
            <a:r>
              <a:rPr lang="en-US" altLang="zh-CN"/>
              <a:t>”</a:t>
            </a:r>
            <a:r>
              <a:rPr lang="zh-CN" altLang="en-US"/>
              <a:t>），同时解决深层</a:t>
            </a:r>
            <a:r>
              <a:rPr lang="en-US" altLang="zh-CN"/>
              <a:t> GCN </a:t>
            </a:r>
            <a:r>
              <a:rPr lang="zh-CN" altLang="en-US"/>
              <a:t>的</a:t>
            </a:r>
            <a:r>
              <a:rPr lang="zh-CN" altLang="en-US" b="1"/>
              <a:t>过平滑</a:t>
            </a:r>
            <a:r>
              <a:rPr lang="zh-CN" altLang="en-US"/>
              <a:t>和</a:t>
            </a:r>
            <a:r>
              <a:rPr lang="zh-CN" altLang="en-US" b="1"/>
              <a:t>梯度消失</a:t>
            </a:r>
            <a:r>
              <a:rPr lang="zh-CN" altLang="en-US"/>
              <a:t>问题</a:t>
            </a:r>
            <a:endParaRPr lang="zh-CN" altLang="en-US"/>
          </a:p>
          <a:p>
            <a:pPr lvl="1"/>
            <a:r>
              <a:rPr lang="zh-CN" altLang="en-US"/>
              <a:t>时间门循环组件（</a:t>
            </a:r>
            <a:r>
              <a:rPr lang="en-US" altLang="zh-CN"/>
              <a:t>Time Gate</a:t>
            </a:r>
            <a:r>
              <a:rPr lang="zh-CN" altLang="en-US"/>
              <a:t>）</a:t>
            </a:r>
            <a:r>
              <a:rPr lang="en-US" altLang="zh-CN"/>
              <a:t>—— </a:t>
            </a:r>
            <a:r>
              <a:rPr lang="zh-CN" altLang="en-US"/>
              <a:t>实体时序更新</a:t>
            </a:r>
            <a:endParaRPr lang="zh-CN" altLang="en-US"/>
          </a:p>
          <a:p>
            <a:pPr lvl="1"/>
            <a:r>
              <a:rPr lang="en-US" altLang="zh-CN"/>
              <a:t>GRU </a:t>
            </a:r>
            <a:r>
              <a:rPr lang="zh-CN" altLang="en-US"/>
              <a:t>组件</a:t>
            </a:r>
            <a:r>
              <a:rPr lang="en-US" altLang="zh-CN"/>
              <a:t> —— </a:t>
            </a:r>
            <a:r>
              <a:rPr lang="zh-CN" altLang="en-US"/>
              <a:t>关系时序更新</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时间门循环组件（</a:t>
            </a:r>
            <a:r>
              <a:rPr lang="en-US" altLang="zh-CN">
                <a:sym typeface="+mn-ea"/>
              </a:rPr>
              <a:t>Time Gate</a:t>
            </a:r>
            <a:r>
              <a:rPr lang="zh-CN" altLang="en-US">
                <a:sym typeface="+mn-ea"/>
              </a:rPr>
              <a:t>）</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r>
                  <a:rPr lang="zh-CN" altLang="en-US"/>
                  <a:t>核心问题：直接堆叠</a:t>
                </a:r>
                <a:r>
                  <a:rPr lang="en-US" altLang="zh-CN"/>
                  <a:t> GCN </a:t>
                </a:r>
                <a:r>
                  <a:rPr lang="zh-CN" altLang="en-US"/>
                  <a:t>会导致实体嵌入趋同（过平滑），尤其当相邻时间戳存在重复关系时。</a:t>
                </a:r>
                <a:endParaRPr lang="zh-CN" altLang="en-US"/>
              </a:p>
              <a:p>
                <a:r>
                  <a:rPr lang="zh-CN" altLang="en-US"/>
                  <a:t>实现逻辑：通过门控机制动态融合</a:t>
                </a:r>
                <a:r>
                  <a:rPr lang="en-US" altLang="zh-CN"/>
                  <a:t> “</a:t>
                </a:r>
                <a:r>
                  <a:rPr lang="zh-CN" altLang="en-US"/>
                  <a:t>当前时间戳结构嵌入</a:t>
                </a:r>
                <a:r>
                  <a:rPr lang="en-US" altLang="zh-CN"/>
                  <a:t>”</a:t>
                </a:r>
                <a:r>
                  <a:rPr lang="zh-CN" altLang="en-US"/>
                  <a:t>（</a:t>
                </a:r>
                <a14:m>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𝐻</m:t>
                        </m:r>
                      </m:e>
                      <m:sub>
                        <m:r>
                          <a:rPr lang="en-US" altLang="zh-CN">
                            <a:latin typeface="Cambria Math" panose="02040503050406030204" charset="0"/>
                            <a:sym typeface="+mn-ea"/>
                          </a:rPr>
                          <m:t>𝜔</m:t>
                        </m:r>
                        <m:r>
                          <a:rPr lang="en-US" altLang="zh-CN">
                            <a:latin typeface="Cambria Math" panose="02040503050406030204" charset="0"/>
                            <a:sym typeface="+mn-ea"/>
                          </a:rPr>
                          <m:t>​</m:t>
                        </m:r>
                      </m:sub>
                      <m:sup>
                        <m:r>
                          <a:rPr lang="en-US" altLang="zh-CN" i="1">
                            <a:latin typeface="Cambria Math" panose="02040503050406030204" charset="0"/>
                            <a:cs typeface="Cambria Math" panose="02040503050406030204" charset="0"/>
                          </a:rPr>
                          <m:t>𝑡</m:t>
                        </m:r>
                      </m:sup>
                    </m:sSubSup>
                  </m:oMath>
                </a14:m>
                <a:r>
                  <a:rPr lang="zh-CN" altLang="en-US"/>
                  <a:t>）和</a:t>
                </a:r>
                <a:r>
                  <a:rPr lang="en-US" altLang="zh-CN"/>
                  <a:t> “</a:t>
                </a:r>
                <a:r>
                  <a:rPr lang="zh-CN" altLang="en-US"/>
                  <a:t>上一时间戳演化嵌入</a:t>
                </a:r>
                <a:r>
                  <a:rPr lang="en-US" altLang="zh-CN"/>
                  <a:t>”</a:t>
                </a:r>
                <a:r>
                  <a:rPr lang="zh-CN" altLang="en-US"/>
                  <a:t>（</a:t>
                </a:r>
                <a:r>
                  <a:rPr lang="en-US" altLang="zh-CN"/>
                  <a:t>H</a:t>
                </a:r>
                <a:r>
                  <a:rPr lang="en-US" altLang="zh-CN" baseline="-25000"/>
                  <a:t>t−1​</a:t>
                </a:r>
                <a:r>
                  <a:rPr lang="zh-CN" altLang="en-US"/>
                  <a:t>）</a:t>
                </a:r>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467" b="7"/>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3954145" y="5786755"/>
            <a:ext cx="2800350" cy="266700"/>
          </a:xfrm>
          <a:prstGeom prst="rect">
            <a:avLst/>
          </a:prstGeom>
        </p:spPr>
      </p:pic>
      <p:pic>
        <p:nvPicPr>
          <p:cNvPr id="5" name="图片 4"/>
          <p:cNvPicPr>
            <a:picLocks noChangeAspect="1"/>
          </p:cNvPicPr>
          <p:nvPr/>
        </p:nvPicPr>
        <p:blipFill>
          <a:blip r:embed="rId3"/>
          <a:stretch>
            <a:fillRect/>
          </a:stretch>
        </p:blipFill>
        <p:spPr>
          <a:xfrm>
            <a:off x="4394200" y="4096385"/>
            <a:ext cx="1809750" cy="304800"/>
          </a:xfrm>
          <a:prstGeom prst="rect">
            <a:avLst/>
          </a:prstGeom>
        </p:spPr>
      </p:pic>
      <p:sp>
        <p:nvSpPr>
          <p:cNvPr id="6" name="文本框 5"/>
          <p:cNvSpPr txBox="1"/>
          <p:nvPr/>
        </p:nvSpPr>
        <p:spPr>
          <a:xfrm>
            <a:off x="478790" y="4291330"/>
            <a:ext cx="3092450" cy="829945"/>
          </a:xfrm>
          <a:prstGeom prst="rect">
            <a:avLst/>
          </a:prstGeom>
        </p:spPr>
        <p:txBody>
          <a:bodyPr wrap="square">
            <a:spAutoFit/>
          </a:bodyPr>
          <a:p>
            <a:r>
              <a:rPr lang="zh-CN" altLang="en-US" sz="1600"/>
              <a:t>时间门权重矩阵（</a:t>
            </a:r>
            <a:r>
              <a:rPr lang="en-US" altLang="zh-CN" sz="1600"/>
              <a:t>sigmoid </a:t>
            </a:r>
            <a:r>
              <a:rPr lang="zh-CN" altLang="en-US" sz="1600"/>
              <a:t>激活输出 </a:t>
            </a:r>
            <a:r>
              <a:rPr lang="en-US" altLang="zh-CN" sz="1600"/>
              <a:t>[0,1]</a:t>
            </a:r>
            <a:r>
              <a:rPr lang="zh-CN" altLang="en-US" sz="1600"/>
              <a:t>，</a:t>
            </a:r>
            <a:r>
              <a:rPr lang="en-US" altLang="zh-CN" sz="1600"/>
              <a:t>0 </a:t>
            </a:r>
            <a:r>
              <a:rPr lang="zh-CN" altLang="en-US" sz="1600"/>
              <a:t>表示完全保留历史，</a:t>
            </a:r>
            <a:r>
              <a:rPr lang="en-US" altLang="zh-CN" sz="1600"/>
              <a:t>1 </a:t>
            </a:r>
            <a:r>
              <a:rPr lang="zh-CN" altLang="en-US" sz="1600"/>
              <a:t>表示完全更新为当前）</a:t>
            </a:r>
            <a:endParaRPr lang="zh-CN" altLang="en-US" sz="1600"/>
          </a:p>
        </p:txBody>
      </p:sp>
      <p:sp>
        <p:nvSpPr>
          <p:cNvPr id="7" name="文本框 6"/>
          <p:cNvSpPr txBox="1"/>
          <p:nvPr/>
        </p:nvSpPr>
        <p:spPr>
          <a:xfrm>
            <a:off x="6754495" y="3968750"/>
            <a:ext cx="3340100" cy="429895"/>
          </a:xfrm>
          <a:prstGeom prst="rect">
            <a:avLst/>
          </a:prstGeom>
        </p:spPr>
        <p:txBody>
          <a:bodyPr wrap="square">
            <a:spAutoFit/>
          </a:bodyPr>
          <a:p>
            <a:r>
              <a:rPr lang="zh-CN" altLang="en-US" sz="1600"/>
              <a:t>门控权重（可学习），</a:t>
            </a:r>
            <a:r>
              <a:rPr lang="en-US" altLang="zh-CN" sz="2200" b="0">
                <a:solidFill>
                  <a:srgbClr val="1F2329"/>
                </a:solidFill>
              </a:rPr>
              <a:t>b</a:t>
            </a:r>
            <a:r>
              <a:rPr lang="zh-CN" altLang="en-US" sz="1600"/>
              <a:t>为偏置项</a:t>
            </a:r>
            <a:endParaRPr lang="zh-CN" altLang="en-US" sz="1600"/>
          </a:p>
        </p:txBody>
      </p:sp>
      <mc:AlternateContent xmlns:mc="http://schemas.openxmlformats.org/markup-compatibility/2006" xmlns:p14="http://schemas.microsoft.com/office/powerpoint/2010/main">
        <mc:Choice Requires="p14">
          <p:contentPart r:id="rId4" p14:bwMode="auto">
            <p14:nvContentPartPr>
              <p14:cNvPr id="8" name="墨迹 7"/>
              <p14:cNvContentPartPr/>
              <p14:nvPr/>
            </p14:nvContentPartPr>
            <p14:xfrm>
              <a:off x="4464050" y="4362450"/>
              <a:ext cx="196850" cy="12700"/>
            </p14:xfrm>
          </p:contentPart>
        </mc:Choice>
        <mc:Fallback xmlns="">
          <p:pic>
            <p:nvPicPr>
              <p:cNvPr id="8" name="墨迹 7"/>
            </p:nvPicPr>
            <p:blipFill>
              <a:blip r:embed="rId5"/>
            </p:blipFill>
            <p:spPr>
              <a:xfrm>
                <a:off x="4464050" y="4362450"/>
                <a:ext cx="196850" cy="1270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9" name="墨迹 8"/>
              <p14:cNvContentPartPr/>
              <p14:nvPr/>
            </p14:nvContentPartPr>
            <p14:xfrm>
              <a:off x="3327400" y="4375150"/>
              <a:ext cx="1244600" cy="279400"/>
            </p14:xfrm>
          </p:contentPart>
        </mc:Choice>
        <mc:Fallback xmlns="">
          <p:pic>
            <p:nvPicPr>
              <p:cNvPr id="9" name="墨迹 8"/>
            </p:nvPicPr>
            <p:blipFill>
              <a:blip r:embed="rId7"/>
            </p:blipFill>
            <p:spPr>
              <a:xfrm>
                <a:off x="3327400" y="4375150"/>
                <a:ext cx="1244600" cy="27940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0" name="墨迹 9"/>
              <p14:cNvContentPartPr/>
              <p14:nvPr/>
            </p14:nvContentPartPr>
            <p14:xfrm>
              <a:off x="3371850" y="4502150"/>
              <a:ext cx="76200" cy="38100"/>
            </p14:xfrm>
          </p:contentPart>
        </mc:Choice>
        <mc:Fallback xmlns="">
          <p:pic>
            <p:nvPicPr>
              <p:cNvPr id="10" name="墨迹 9"/>
            </p:nvPicPr>
            <p:blipFill>
              <a:blip r:embed="rId9"/>
            </p:blipFill>
            <p:spPr>
              <a:xfrm>
                <a:off x="3371850" y="4502150"/>
                <a:ext cx="76200" cy="3810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1" name="墨迹 10"/>
              <p14:cNvContentPartPr/>
              <p14:nvPr/>
            </p14:nvContentPartPr>
            <p14:xfrm>
              <a:off x="5289550" y="3987800"/>
              <a:ext cx="1866900" cy="177800"/>
            </p14:xfrm>
          </p:contentPart>
        </mc:Choice>
        <mc:Fallback xmlns="">
          <p:pic>
            <p:nvPicPr>
              <p:cNvPr id="11" name="墨迹 10"/>
            </p:nvPicPr>
            <p:blipFill>
              <a:blip r:embed="rId11"/>
            </p:blipFill>
            <p:spPr>
              <a:xfrm>
                <a:off x="5289550" y="3987800"/>
                <a:ext cx="1866900" cy="17780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2" name="墨迹 11"/>
              <p14:cNvContentPartPr/>
              <p14:nvPr/>
            </p14:nvContentPartPr>
            <p14:xfrm>
              <a:off x="7073900" y="3968750"/>
              <a:ext cx="101600" cy="88900"/>
            </p14:xfrm>
          </p:contentPart>
        </mc:Choice>
        <mc:Fallback xmlns="">
          <p:pic>
            <p:nvPicPr>
              <p:cNvPr id="12" name="墨迹 11"/>
            </p:nvPicPr>
            <p:blipFill>
              <a:blip r:embed="rId13"/>
            </p:blipFill>
            <p:spPr>
              <a:xfrm>
                <a:off x="7073900" y="3968750"/>
                <a:ext cx="101600" cy="8890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3" name="墨迹 12"/>
              <p14:cNvContentPartPr/>
              <p14:nvPr/>
            </p14:nvContentPartPr>
            <p14:xfrm>
              <a:off x="5175250" y="4337050"/>
              <a:ext cx="196850" cy="12700"/>
            </p14:xfrm>
          </p:contentPart>
        </mc:Choice>
        <mc:Fallback xmlns="">
          <p:pic>
            <p:nvPicPr>
              <p:cNvPr id="13" name="墨迹 12"/>
            </p:nvPicPr>
            <p:blipFill>
              <a:blip r:embed="rId15"/>
            </p:blipFill>
            <p:spPr>
              <a:xfrm>
                <a:off x="5175250" y="4337050"/>
                <a:ext cx="196850" cy="12700"/>
              </a:xfrm>
              <a:prstGeom prst="rect"/>
            </p:spPr>
          </p:pic>
        </mc:Fallback>
      </mc:AlternateContent>
      <p:sp>
        <p:nvSpPr>
          <p:cNvPr id="14" name="文本框 13"/>
          <p:cNvSpPr txBox="1"/>
          <p:nvPr/>
        </p:nvSpPr>
        <p:spPr>
          <a:xfrm>
            <a:off x="4930140" y="4802505"/>
            <a:ext cx="2910205" cy="583565"/>
          </a:xfrm>
          <a:prstGeom prst="rect">
            <a:avLst/>
          </a:prstGeom>
        </p:spPr>
        <p:txBody>
          <a:bodyPr wrap="square">
            <a:spAutoFit/>
          </a:bodyPr>
          <a:p>
            <a:r>
              <a:rPr lang="zh-CN" altLang="en-US" sz="1600"/>
              <a:t>点积操作，动态平衡 “当前结构信息” 和 “历史演化信息”</a:t>
            </a:r>
            <a:endParaRPr lang="zh-CN" altLang="en-US" sz="1600"/>
          </a:p>
        </p:txBody>
      </p:sp>
      <mc:AlternateContent xmlns:mc="http://schemas.openxmlformats.org/markup-compatibility/2006" xmlns:p14="http://schemas.microsoft.com/office/powerpoint/2010/main">
        <mc:Choice Requires="p14">
          <p:contentPart r:id="rId16" p14:bwMode="auto">
            <p14:nvContentPartPr>
              <p14:cNvPr id="15" name="墨迹 14"/>
              <p14:cNvContentPartPr/>
              <p14:nvPr/>
            </p14:nvContentPartPr>
            <p14:xfrm>
              <a:off x="6184900" y="6007100"/>
              <a:ext cx="152400" cy="6350"/>
            </p14:xfrm>
          </p:contentPart>
        </mc:Choice>
        <mc:Fallback xmlns="">
          <p:pic>
            <p:nvPicPr>
              <p:cNvPr id="15" name="墨迹 14"/>
            </p:nvPicPr>
            <p:blipFill>
              <a:blip r:embed="rId17"/>
            </p:blipFill>
            <p:spPr>
              <a:xfrm>
                <a:off x="6184900" y="6007100"/>
                <a:ext cx="152400" cy="635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6" name="墨迹 15"/>
              <p14:cNvContentPartPr/>
              <p14:nvPr/>
            </p14:nvContentPartPr>
            <p14:xfrm>
              <a:off x="6153150" y="5308600"/>
              <a:ext cx="69850" cy="488950"/>
            </p14:xfrm>
          </p:contentPart>
        </mc:Choice>
        <mc:Fallback xmlns="">
          <p:pic>
            <p:nvPicPr>
              <p:cNvPr id="16" name="墨迹 15"/>
            </p:nvPicPr>
            <p:blipFill>
              <a:blip r:embed="rId19"/>
            </p:blipFill>
            <p:spPr>
              <a:xfrm>
                <a:off x="6153150" y="5308600"/>
                <a:ext cx="69850" cy="48895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7" name="墨迹 16"/>
              <p14:cNvContentPartPr/>
              <p14:nvPr/>
            </p14:nvContentPartPr>
            <p14:xfrm>
              <a:off x="6229350" y="5321300"/>
              <a:ext cx="76200" cy="82550"/>
            </p14:xfrm>
          </p:contentPart>
        </mc:Choice>
        <mc:Fallback xmlns="">
          <p:pic>
            <p:nvPicPr>
              <p:cNvPr id="17" name="墨迹 16"/>
            </p:nvPicPr>
            <p:blipFill>
              <a:blip r:embed="rId21"/>
            </p:blipFill>
            <p:spPr>
              <a:xfrm>
                <a:off x="6229350" y="5321300"/>
                <a:ext cx="76200" cy="82550"/>
              </a:xfrm>
              <a:prstGeom prst="rect"/>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GRU </a:t>
            </a:r>
            <a:r>
              <a:rPr lang="zh-CN" altLang="en-US"/>
              <a:t>组件</a:t>
            </a:r>
            <a:r>
              <a:rPr lang="en-US" altLang="zh-CN"/>
              <a:t> —— </a:t>
            </a:r>
            <a:r>
              <a:rPr lang="zh-CN" altLang="en-US"/>
              <a:t>关系时序更新</a:t>
            </a:r>
            <a:endParaRPr lang="zh-CN" altLang="en-US"/>
          </a:p>
        </p:txBody>
      </p:sp>
      <p:sp>
        <p:nvSpPr>
          <p:cNvPr id="3" name="内容占位符 2"/>
          <p:cNvSpPr>
            <a:spLocks noGrp="1"/>
          </p:cNvSpPr>
          <p:nvPr>
            <p:ph idx="1"/>
          </p:nvPr>
        </p:nvSpPr>
        <p:spPr/>
        <p:txBody>
          <a:bodyPr/>
          <a:p>
            <a:r>
              <a:rPr lang="zh-CN" altLang="en-US"/>
              <a:t>核心逻辑：关系的演化依赖其关联实体的演化（如</a:t>
            </a:r>
            <a:r>
              <a:rPr lang="en-US" altLang="zh-CN"/>
              <a:t> “</a:t>
            </a:r>
            <a:r>
              <a:rPr lang="zh-CN" altLang="en-US"/>
              <a:t>合作</a:t>
            </a:r>
            <a:r>
              <a:rPr lang="en-US" altLang="zh-CN"/>
              <a:t>” </a:t>
            </a:r>
            <a:r>
              <a:rPr lang="zh-CN" altLang="en-US"/>
              <a:t>关系的嵌入受参与合作的实体行为影响）</a:t>
            </a:r>
            <a:endParaRPr lang="zh-CN" altLang="en-US"/>
          </a:p>
          <a:p>
            <a:pPr lvl="1"/>
            <a:r>
              <a:rPr lang="en-US" altLang="en-US"/>
              <a:t>①</a:t>
            </a:r>
            <a:r>
              <a:rPr lang="en-US" altLang="zh-CN"/>
              <a:t> </a:t>
            </a:r>
            <a:r>
              <a:rPr lang="zh-CN" altLang="en-US"/>
              <a:t>关联实体嵌入池化：对关系</a:t>
            </a:r>
            <a:r>
              <a:rPr lang="en-US" altLang="zh-CN"/>
              <a:t>r</a:t>
            </a:r>
            <a:r>
              <a:rPr lang="zh-CN" altLang="en-US"/>
              <a:t>在时间戳</a:t>
            </a:r>
            <a:r>
              <a:rPr lang="en-US" altLang="zh-CN"/>
              <a:t>t</a:t>
            </a:r>
            <a:r>
              <a:rPr lang="zh-CN" altLang="en-US"/>
              <a:t>关联的所有实体（</a:t>
            </a:r>
            <a:r>
              <a:rPr lang="en-US" altLang="zh-CN"/>
              <a:t>V</a:t>
            </a:r>
            <a:r>
              <a:rPr lang="en-US" altLang="zh-CN" baseline="-25000"/>
              <a:t>r,t​</a:t>
            </a:r>
            <a:r>
              <a:rPr lang="en-US" altLang="zh-CN"/>
              <a:t>={i∣(i,r,o,t)</a:t>
            </a:r>
            <a:r>
              <a:rPr lang="" altLang="en-US"/>
              <a:t> </a:t>
            </a:r>
            <a:r>
              <a:rPr lang="zh-CN" altLang="en-US"/>
              <a:t>或</a:t>
            </a:r>
            <a:r>
              <a:rPr lang="" altLang="en-US"/>
              <a:t> </a:t>
            </a:r>
            <a:r>
              <a:rPr lang="en-US" altLang="zh-CN"/>
              <a:t>(s,r,i,t)∈E</a:t>
            </a:r>
            <a:r>
              <a:rPr lang="en-US" altLang="zh-CN" baseline="-25000"/>
              <a:t>t​</a:t>
            </a:r>
            <a:r>
              <a:rPr lang="en-US" altLang="zh-CN"/>
              <a:t>}</a:t>
            </a:r>
            <a:r>
              <a:rPr lang="zh-CN" altLang="en-US"/>
              <a:t>），取其前一时间戳嵌入</a:t>
            </a:r>
            <a:r>
              <a:rPr lang="en-US" altLang="zh-CN"/>
              <a:t>H</a:t>
            </a:r>
            <a:r>
              <a:rPr lang="en-US" altLang="zh-CN" baseline="-25000"/>
              <a:t>t−1​</a:t>
            </a:r>
            <a:r>
              <a:rPr lang="zh-CN" altLang="en-US"/>
              <a:t>的均值池化结果；</a:t>
            </a:r>
            <a:endParaRPr lang="zh-CN" altLang="en-US"/>
          </a:p>
          <a:p>
            <a:pPr lvl="1"/>
            <a:r>
              <a:rPr lang="zh-CN" altLang="en-US"/>
              <a:t>②</a:t>
            </a:r>
            <a:r>
              <a:rPr lang="en-US" altLang="zh-CN"/>
              <a:t>GRU </a:t>
            </a:r>
            <a:r>
              <a:rPr lang="zh-CN" altLang="en-US"/>
              <a:t>输入构建：将池化结果与关系初始嵌入</a:t>
            </a:r>
            <a:r>
              <a:rPr lang="en-US" altLang="zh-CN"/>
              <a:t>r</a:t>
            </a:r>
            <a:r>
              <a:rPr lang="zh-CN" altLang="en-US"/>
              <a:t>拼接，公式（</a:t>
            </a:r>
            <a:r>
              <a:rPr lang="en-US" altLang="zh-CN"/>
              <a:t>6</a:t>
            </a:r>
            <a:r>
              <a:rPr lang="zh-CN" altLang="en-US"/>
              <a:t>）</a:t>
            </a:r>
            <a:endParaRPr lang="zh-CN" altLang="en-US"/>
          </a:p>
          <a:p>
            <a:pPr lvl="1"/>
            <a:endParaRPr lang="zh-CN" altLang="en-US"/>
          </a:p>
          <a:p>
            <a:pPr lvl="1"/>
            <a:endParaRPr lang="zh-CN" altLang="en-US"/>
          </a:p>
          <a:p>
            <a:pPr lvl="1"/>
            <a:r>
              <a:rPr lang="zh-CN" altLang="en-US"/>
              <a:t>③关系嵌入更新：通过</a:t>
            </a:r>
            <a:r>
              <a:rPr lang="en-US" altLang="zh-CN"/>
              <a:t> GRU </a:t>
            </a:r>
            <a:r>
              <a:rPr lang="zh-CN" altLang="en-US"/>
              <a:t>自回归建模时序模式，公式（</a:t>
            </a:r>
            <a:r>
              <a:rPr lang="en-US" altLang="zh-CN"/>
              <a:t>7</a:t>
            </a:r>
            <a:r>
              <a:rPr lang="zh-CN" altLang="en-US"/>
              <a:t>）</a:t>
            </a:r>
            <a:endParaRPr lang="zh-CN" altLang="en-US"/>
          </a:p>
        </p:txBody>
      </p:sp>
      <p:sp>
        <p:nvSpPr>
          <p:cNvPr id="4" name="文本框 3"/>
          <p:cNvSpPr txBox="1"/>
          <p:nvPr/>
        </p:nvSpPr>
        <p:spPr>
          <a:xfrm>
            <a:off x="8352790" y="4165600"/>
            <a:ext cx="3001645" cy="645160"/>
          </a:xfrm>
          <a:prstGeom prst="rect">
            <a:avLst/>
          </a:prstGeom>
          <a:noFill/>
        </p:spPr>
        <p:txBody>
          <a:bodyPr wrap="square" rtlCol="0">
            <a:spAutoFit/>
          </a:bodyPr>
          <a:p>
            <a:r>
              <a:rPr lang="zh-CN" altLang="en-US"/>
              <a:t>无对应事实的关系：</a:t>
            </a:r>
            <a:r>
              <a:rPr lang="en-US" altLang="zh-CN"/>
              <a:t>rt′​=0</a:t>
            </a:r>
            <a:r>
              <a:rPr lang="zh-CN" altLang="en-US"/>
              <a:t>（避免嵌入更新紊乱）</a:t>
            </a:r>
            <a:endParaRPr lang="zh-CN" altLang="en-US"/>
          </a:p>
        </p:txBody>
      </p:sp>
      <p:pic>
        <p:nvPicPr>
          <p:cNvPr id="5" name="图片 4"/>
          <p:cNvPicPr>
            <a:picLocks noChangeAspect="1"/>
          </p:cNvPicPr>
          <p:nvPr/>
        </p:nvPicPr>
        <p:blipFill>
          <a:blip r:embed="rId1"/>
          <a:stretch>
            <a:fillRect/>
          </a:stretch>
        </p:blipFill>
        <p:spPr>
          <a:xfrm>
            <a:off x="4059555" y="4330700"/>
            <a:ext cx="2295525" cy="314325"/>
          </a:xfrm>
          <a:prstGeom prst="rect">
            <a:avLst/>
          </a:prstGeom>
        </p:spPr>
      </p:pic>
      <p:pic>
        <p:nvPicPr>
          <p:cNvPr id="6" name="图片 5"/>
          <p:cNvPicPr>
            <a:picLocks noChangeAspect="1"/>
          </p:cNvPicPr>
          <p:nvPr/>
        </p:nvPicPr>
        <p:blipFill>
          <a:blip r:embed="rId2"/>
          <a:stretch>
            <a:fillRect/>
          </a:stretch>
        </p:blipFill>
        <p:spPr>
          <a:xfrm>
            <a:off x="4335780" y="5483860"/>
            <a:ext cx="1743075" cy="285750"/>
          </a:xfrm>
          <a:prstGeom prst="rect">
            <a:avLst/>
          </a:prstGeom>
        </p:spPr>
      </p:pic>
      <p:sp>
        <p:nvSpPr>
          <p:cNvPr id="7" name="文本框 6"/>
          <p:cNvSpPr txBox="1"/>
          <p:nvPr/>
        </p:nvSpPr>
        <p:spPr>
          <a:xfrm>
            <a:off x="6096000" y="5951855"/>
            <a:ext cx="4064000" cy="368300"/>
          </a:xfrm>
          <a:prstGeom prst="rect">
            <a:avLst/>
          </a:prstGeom>
          <a:noFill/>
        </p:spPr>
        <p:txBody>
          <a:bodyPr wrap="square" rtlCol="0">
            <a:spAutoFit/>
          </a:bodyPr>
          <a:p>
            <a:r>
              <a:rPr lang="zh-CN" altLang="en-US"/>
              <a:t>所有关系的输入向量集合</a:t>
            </a:r>
            <a:endParaRPr lang="zh-CN" altLang="en-US"/>
          </a:p>
        </p:txBody>
      </p:sp>
      <mc:AlternateContent xmlns:mc="http://schemas.openxmlformats.org/markup-compatibility/2006" xmlns:p14="http://schemas.microsoft.com/office/powerpoint/2010/main">
        <mc:Choice Requires="p14">
          <p:contentPart r:id="rId3" p14:bwMode="auto">
            <p14:nvContentPartPr>
              <p14:cNvPr id="8" name="墨迹 7"/>
              <p14:cNvContentPartPr/>
              <p14:nvPr/>
            </p14:nvContentPartPr>
            <p14:xfrm>
              <a:off x="5772150" y="5740400"/>
              <a:ext cx="311150" cy="360"/>
            </p14:xfrm>
          </p:contentPart>
        </mc:Choice>
        <mc:Fallback xmlns="">
          <p:pic>
            <p:nvPicPr>
              <p:cNvPr id="8" name="墨迹 7"/>
            </p:nvPicPr>
            <p:blipFill>
              <a:blip r:embed="rId4"/>
            </p:blipFill>
            <p:spPr>
              <a:xfrm>
                <a:off x="5772150" y="5740400"/>
                <a:ext cx="311150" cy="3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9" name="墨迹 8"/>
              <p14:cNvContentPartPr/>
              <p14:nvPr/>
            </p14:nvContentPartPr>
            <p14:xfrm>
              <a:off x="5988050" y="5784850"/>
              <a:ext cx="190500" cy="203200"/>
            </p14:xfrm>
          </p:contentPart>
        </mc:Choice>
        <mc:Fallback xmlns="">
          <p:pic>
            <p:nvPicPr>
              <p:cNvPr id="9" name="墨迹 8"/>
            </p:nvPicPr>
            <p:blipFill>
              <a:blip r:embed="rId6"/>
            </p:blipFill>
            <p:spPr>
              <a:xfrm>
                <a:off x="5988050" y="5784850"/>
                <a:ext cx="190500" cy="2032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0" name="墨迹 9"/>
              <p14:cNvContentPartPr/>
              <p14:nvPr/>
            </p14:nvContentPartPr>
            <p14:xfrm>
              <a:off x="6089650" y="5905500"/>
              <a:ext cx="114300" cy="139700"/>
            </p14:xfrm>
          </p:contentPart>
        </mc:Choice>
        <mc:Fallback xmlns="">
          <p:pic>
            <p:nvPicPr>
              <p:cNvPr id="10" name="墨迹 9"/>
            </p:nvPicPr>
            <p:blipFill>
              <a:blip r:embed="rId8"/>
            </p:blipFill>
            <p:spPr>
              <a:xfrm>
                <a:off x="6089650" y="5905500"/>
                <a:ext cx="114300" cy="1397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1" name="墨迹 10"/>
              <p14:cNvContentPartPr/>
              <p14:nvPr/>
            </p14:nvContentPartPr>
            <p14:xfrm>
              <a:off x="10490200" y="4222750"/>
              <a:ext cx="203200" cy="6350"/>
            </p14:xfrm>
          </p:contentPart>
        </mc:Choice>
        <mc:Fallback xmlns="">
          <p:pic>
            <p:nvPicPr>
              <p:cNvPr id="11" name="墨迹 10"/>
            </p:nvPicPr>
            <p:blipFill>
              <a:blip r:embed="rId10"/>
            </p:blipFill>
            <p:spPr>
              <a:xfrm>
                <a:off x="10490200" y="4222750"/>
                <a:ext cx="203200" cy="635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2" name="墨迹 11"/>
              <p14:cNvContentPartPr/>
              <p14:nvPr/>
            </p14:nvContentPartPr>
            <p14:xfrm>
              <a:off x="10585450" y="4191000"/>
              <a:ext cx="107950" cy="69850"/>
            </p14:xfrm>
          </p:contentPart>
        </mc:Choice>
        <mc:Fallback xmlns="">
          <p:pic>
            <p:nvPicPr>
              <p:cNvPr id="12" name="墨迹 11"/>
            </p:nvPicPr>
            <p:blipFill>
              <a:blip r:embed="rId12"/>
            </p:blipFill>
            <p:spPr>
              <a:xfrm>
                <a:off x="10585450" y="4191000"/>
                <a:ext cx="107950" cy="6985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3" name="墨迹 12"/>
              <p14:cNvContentPartPr/>
              <p14:nvPr/>
            </p14:nvContentPartPr>
            <p14:xfrm>
              <a:off x="10845800" y="4248150"/>
              <a:ext cx="101600" cy="360"/>
            </p14:xfrm>
          </p:contentPart>
        </mc:Choice>
        <mc:Fallback xmlns="">
          <p:pic>
            <p:nvPicPr>
              <p:cNvPr id="13" name="墨迹 12"/>
            </p:nvPicPr>
            <p:blipFill>
              <a:blip r:embed="rId14"/>
            </p:blipFill>
            <p:spPr>
              <a:xfrm>
                <a:off x="10845800" y="4248150"/>
                <a:ext cx="101600" cy="36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4" name="墨迹 13"/>
              <p14:cNvContentPartPr/>
              <p14:nvPr/>
            </p14:nvContentPartPr>
            <p14:xfrm>
              <a:off x="10909300" y="4210050"/>
              <a:ext cx="63500" cy="76200"/>
            </p14:xfrm>
          </p:contentPart>
        </mc:Choice>
        <mc:Fallback xmlns="">
          <p:pic>
            <p:nvPicPr>
              <p:cNvPr id="14" name="墨迹 13"/>
            </p:nvPicPr>
            <p:blipFill>
              <a:blip r:embed="rId16"/>
            </p:blipFill>
            <p:spPr>
              <a:xfrm>
                <a:off x="10909300" y="4210050"/>
                <a:ext cx="63500" cy="76200"/>
              </a:xfrm>
              <a:prstGeom prst="rect"/>
            </p:spPr>
          </p:pic>
        </mc:Fallback>
      </mc:AlternateContent>
      <p:sp>
        <p:nvSpPr>
          <p:cNvPr id="15" name="文本框 14"/>
          <p:cNvSpPr txBox="1"/>
          <p:nvPr/>
        </p:nvSpPr>
        <p:spPr>
          <a:xfrm>
            <a:off x="1016635" y="6311900"/>
            <a:ext cx="9142730" cy="368300"/>
          </a:xfrm>
          <a:prstGeom prst="rect">
            <a:avLst/>
          </a:prstGeom>
          <a:noFill/>
        </p:spPr>
        <p:txBody>
          <a:bodyPr wrap="square" rtlCol="0">
            <a:spAutoFit/>
          </a:bodyPr>
          <a:p>
            <a:r>
              <a:rPr lang="zh-CN" altLang="en-US"/>
              <a:t>约束：实体和关系嵌入的每行</a:t>
            </a:r>
            <a:r>
              <a:rPr lang="en-US" altLang="zh-CN"/>
              <a:t> L2 </a:t>
            </a:r>
            <a:r>
              <a:rPr lang="zh-CN" altLang="en-US"/>
              <a:t>范数约束为</a:t>
            </a:r>
            <a:r>
              <a:rPr lang="en-US" altLang="zh-CN"/>
              <a:t> 1</a:t>
            </a:r>
            <a:r>
              <a:rPr lang="zh-CN" altLang="en-US"/>
              <a:t>（避免嵌入尺度不一致影响后续预测）</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组件</a:t>
            </a:r>
            <a:r>
              <a:rPr lang="en-US" altLang="zh-CN"/>
              <a:t> 3</a:t>
            </a:r>
            <a:r>
              <a:rPr lang="zh-CN" altLang="en-US"/>
              <a:t>：静态图约束组件</a:t>
            </a:r>
            <a:r>
              <a:rPr lang="zh-CN" altLang="en-US" sz="2665"/>
              <a:t>（</a:t>
            </a:r>
            <a:r>
              <a:rPr lang="en-US" altLang="zh-CN" sz="2665"/>
              <a:t>Static Graph Constraint</a:t>
            </a:r>
            <a:r>
              <a:rPr lang="zh-CN" altLang="en-US" sz="2665"/>
              <a:t>）</a:t>
            </a:r>
            <a:br>
              <a:rPr lang="zh-CN" altLang="en-US" sz="2665"/>
            </a:br>
            <a:r>
              <a:rPr lang="en-US" altLang="zh-CN"/>
              <a:t>—— </a:t>
            </a:r>
            <a:r>
              <a:rPr lang="zh-CN" altLang="en-US"/>
              <a:t>融合实体静态属性</a:t>
            </a:r>
            <a:endParaRPr lang="zh-CN" altLang="en-US"/>
          </a:p>
        </p:txBody>
      </p:sp>
      <p:sp>
        <p:nvSpPr>
          <p:cNvPr id="3" name="内容占位符 2"/>
          <p:cNvSpPr>
            <a:spLocks noGrp="1"/>
          </p:cNvSpPr>
          <p:nvPr>
            <p:ph idx="1"/>
          </p:nvPr>
        </p:nvSpPr>
        <p:spPr/>
        <p:txBody>
          <a:bodyPr>
            <a:normAutofit lnSpcReduction="10000"/>
          </a:bodyPr>
          <a:p>
            <a:r>
              <a:rPr lang="zh-CN" altLang="en-US"/>
              <a:t>将实体的静态属性（如类型、国家）作为背景知识融入演化嵌入，解决</a:t>
            </a:r>
            <a:r>
              <a:rPr lang="en-US" altLang="zh-CN"/>
              <a:t> “</a:t>
            </a:r>
            <a:r>
              <a:rPr lang="zh-CN" altLang="en-US"/>
              <a:t>历史数据稀疏时实体嵌入不准确</a:t>
            </a:r>
            <a:r>
              <a:rPr lang="en-US" altLang="zh-CN"/>
              <a:t>” </a:t>
            </a:r>
            <a:r>
              <a:rPr lang="zh-CN" altLang="en-US"/>
              <a:t>的问题。</a:t>
            </a:r>
            <a:endParaRPr lang="zh-CN" altLang="en-US"/>
          </a:p>
          <a:p>
            <a:r>
              <a:rPr lang="zh-CN" altLang="en-US"/>
              <a:t>步骤：</a:t>
            </a:r>
            <a:endParaRPr lang="zh-CN" altLang="en-US"/>
          </a:p>
          <a:p>
            <a:pPr lvl="1"/>
            <a:r>
              <a:rPr lang="zh-CN" altLang="en-US" b="1"/>
              <a:t>①静态图构建</a:t>
            </a:r>
            <a:r>
              <a:rPr lang="zh-CN" altLang="en-US"/>
              <a:t>：基于实体名称字符串提取属性，构建静态图</a:t>
            </a:r>
            <a:r>
              <a:rPr lang="en-US" altLang="zh-CN"/>
              <a:t>Gs=(Vs,Rs,Es)</a:t>
            </a:r>
            <a:r>
              <a:rPr lang="zh-CN" altLang="en-US"/>
              <a:t>：</a:t>
            </a:r>
            <a:endParaRPr lang="zh-CN" altLang="en-US"/>
          </a:p>
          <a:p>
            <a:pPr lvl="2"/>
            <a:r>
              <a:rPr lang="zh-CN" altLang="en-US"/>
              <a:t>示例：实体</a:t>
            </a:r>
            <a:r>
              <a:rPr lang="en-US" altLang="zh-CN"/>
              <a:t> “Police (Australia)”</a:t>
            </a:r>
            <a:r>
              <a:rPr lang="en-US" altLang="en-US"/>
              <a:t>→</a:t>
            </a:r>
            <a:r>
              <a:rPr lang="en-US" altLang="zh-CN"/>
              <a:t> </a:t>
            </a:r>
            <a:r>
              <a:rPr lang="zh-CN" altLang="en-US"/>
              <a:t>添加关系</a:t>
            </a:r>
            <a:r>
              <a:rPr lang="en-US" altLang="zh-CN"/>
              <a:t> “isA”</a:t>
            </a:r>
            <a:r>
              <a:rPr lang="zh-CN" altLang="en-US"/>
              <a:t>（指向属性实体</a:t>
            </a:r>
            <a:r>
              <a:rPr lang="en-US" altLang="zh-CN"/>
              <a:t> “Police”</a:t>
            </a:r>
            <a:r>
              <a:rPr lang="zh-CN" altLang="en-US"/>
              <a:t>）和</a:t>
            </a:r>
            <a:r>
              <a:rPr lang="en-US" altLang="zh-CN"/>
              <a:t> “country”</a:t>
            </a:r>
            <a:r>
              <a:rPr lang="zh-CN" altLang="en-US"/>
              <a:t>（指向属性实体</a:t>
            </a:r>
            <a:r>
              <a:rPr lang="en-US" altLang="zh-CN"/>
              <a:t> “Australia”</a:t>
            </a:r>
            <a:r>
              <a:rPr lang="zh-CN" altLang="en-US"/>
              <a:t>）；</a:t>
            </a:r>
            <a:endParaRPr lang="zh-CN" altLang="en-US"/>
          </a:p>
          <a:p>
            <a:pPr lvl="2"/>
            <a:r>
              <a:rPr lang="zh-CN" altLang="en-US"/>
              <a:t>支持的静态关系：实体类型（</a:t>
            </a:r>
            <a:r>
              <a:rPr lang="en-US" altLang="zh-CN"/>
              <a:t>isA</a:t>
            </a:r>
            <a:r>
              <a:rPr lang="zh-CN" altLang="en-US"/>
              <a:t>）、地理位置（</a:t>
            </a:r>
            <a:r>
              <a:rPr lang="en-US" altLang="zh-CN"/>
              <a:t>country</a:t>
            </a:r>
            <a:r>
              <a:rPr lang="zh-CN" altLang="en-US"/>
              <a:t>）、所属领域（</a:t>
            </a:r>
            <a:r>
              <a:rPr lang="en-US" altLang="zh-CN"/>
              <a:t>domain</a:t>
            </a:r>
            <a:r>
              <a:rPr lang="zh-CN" altLang="en-US"/>
              <a:t>）等。</a:t>
            </a:r>
            <a:endParaRPr lang="en-US" altLang="zh-CN"/>
          </a:p>
          <a:p>
            <a:pPr lvl="1"/>
            <a:r>
              <a:rPr lang="zh-CN" altLang="en-US" b="1"/>
              <a:t>②静态嵌入计算</a:t>
            </a:r>
            <a:r>
              <a:rPr lang="zh-CN" altLang="en-US"/>
              <a:t>：采用</a:t>
            </a:r>
            <a:r>
              <a:rPr lang="en-US" altLang="zh-CN"/>
              <a:t> 1 </a:t>
            </a:r>
            <a:r>
              <a:rPr lang="zh-CN" altLang="en-US"/>
              <a:t>层无自环的</a:t>
            </a:r>
            <a:r>
              <a:rPr lang="en-US" altLang="zh-CN"/>
              <a:t> R-GCN</a:t>
            </a:r>
            <a:r>
              <a:rPr lang="zh-CN" altLang="en-US"/>
              <a:t>（适配多关系静态图），公式（</a:t>
            </a:r>
            <a:r>
              <a:rPr lang="en-US" altLang="zh-CN"/>
              <a:t>8</a:t>
            </a:r>
            <a:r>
              <a:rPr lang="zh-CN" altLang="en-US"/>
              <a:t>）</a:t>
            </a:r>
            <a:endParaRPr lang="zh-CN" altLang="en-US"/>
          </a:p>
        </p:txBody>
      </p:sp>
      <p:pic>
        <p:nvPicPr>
          <p:cNvPr id="4" name="图片 3"/>
          <p:cNvPicPr>
            <a:picLocks noChangeAspect="1"/>
          </p:cNvPicPr>
          <p:nvPr/>
        </p:nvPicPr>
        <p:blipFill>
          <a:blip r:embed="rId1"/>
          <a:stretch>
            <a:fillRect/>
          </a:stretch>
        </p:blipFill>
        <p:spPr>
          <a:xfrm>
            <a:off x="4237990" y="4998085"/>
            <a:ext cx="3295650" cy="800100"/>
          </a:xfrm>
          <a:prstGeom prst="rect">
            <a:avLst/>
          </a:prstGeom>
        </p:spPr>
      </p:pic>
      <p:sp>
        <p:nvSpPr>
          <p:cNvPr id="5" name="文本框 4"/>
          <p:cNvSpPr txBox="1"/>
          <p:nvPr/>
        </p:nvSpPr>
        <p:spPr>
          <a:xfrm>
            <a:off x="1795145" y="5213985"/>
            <a:ext cx="4064000" cy="368300"/>
          </a:xfrm>
          <a:prstGeom prst="rect">
            <a:avLst/>
          </a:prstGeom>
          <a:noFill/>
        </p:spPr>
        <p:txBody>
          <a:bodyPr wrap="square" rtlCol="0">
            <a:spAutoFit/>
          </a:bodyPr>
          <a:p>
            <a:r>
              <a:rPr lang="zh-CN" altLang="en-US"/>
              <a:t>实体</a:t>
            </a:r>
            <a:r>
              <a:rPr lang="en-US" altLang="zh-CN"/>
              <a:t>i</a:t>
            </a:r>
            <a:r>
              <a:rPr lang="zh-CN" altLang="en-US"/>
              <a:t>的静态嵌入</a:t>
            </a:r>
            <a:endParaRPr lang="zh-CN" altLang="en-US"/>
          </a:p>
        </p:txBody>
      </p:sp>
      <p:sp>
        <p:nvSpPr>
          <p:cNvPr id="6" name="文本框 5"/>
          <p:cNvSpPr txBox="1"/>
          <p:nvPr/>
        </p:nvSpPr>
        <p:spPr>
          <a:xfrm>
            <a:off x="7912735" y="5118100"/>
            <a:ext cx="4064000" cy="368300"/>
          </a:xfrm>
          <a:prstGeom prst="rect">
            <a:avLst/>
          </a:prstGeom>
          <a:noFill/>
        </p:spPr>
        <p:txBody>
          <a:bodyPr wrap="square" rtlCol="0">
            <a:spAutoFit/>
          </a:bodyPr>
          <a:p>
            <a:r>
              <a:rPr lang="zh-CN" altLang="en-US"/>
              <a:t>随机初始化的静态输入嵌入</a:t>
            </a:r>
            <a:endParaRPr lang="zh-CN" altLang="en-US"/>
          </a:p>
        </p:txBody>
      </p:sp>
      <p:sp>
        <p:nvSpPr>
          <p:cNvPr id="7" name="文本框 6"/>
          <p:cNvSpPr txBox="1"/>
          <p:nvPr/>
        </p:nvSpPr>
        <p:spPr>
          <a:xfrm>
            <a:off x="6298565" y="5798185"/>
            <a:ext cx="2506980" cy="368300"/>
          </a:xfrm>
          <a:prstGeom prst="rect">
            <a:avLst/>
          </a:prstGeom>
          <a:noFill/>
        </p:spPr>
        <p:txBody>
          <a:bodyPr wrap="square" rtlCol="0">
            <a:spAutoFit/>
          </a:bodyPr>
          <a:p>
            <a:r>
              <a:rPr lang="zh-CN" altLang="en-US"/>
              <a:t>静态关系</a:t>
            </a:r>
            <a:r>
              <a:rPr lang="en-US" altLang="zh-CN"/>
              <a:t>r</a:t>
            </a:r>
            <a:r>
              <a:rPr lang="en-US" altLang="zh-CN" baseline="30000"/>
              <a:t>s</a:t>
            </a:r>
            <a:r>
              <a:rPr lang="zh-CN" altLang="en-US"/>
              <a:t>的权重矩阵</a:t>
            </a:r>
            <a:endParaRPr lang="zh-CN" altLang="en-US"/>
          </a:p>
        </p:txBody>
      </p:sp>
      <p:sp>
        <p:nvSpPr>
          <p:cNvPr id="8" name="文本框 7"/>
          <p:cNvSpPr txBox="1"/>
          <p:nvPr/>
        </p:nvSpPr>
        <p:spPr>
          <a:xfrm>
            <a:off x="2649220" y="5674360"/>
            <a:ext cx="1710690" cy="368300"/>
          </a:xfrm>
          <a:prstGeom prst="rect">
            <a:avLst/>
          </a:prstGeom>
          <a:noFill/>
        </p:spPr>
        <p:txBody>
          <a:bodyPr wrap="square" rtlCol="0">
            <a:spAutoFit/>
          </a:bodyPr>
          <a:p>
            <a:r>
              <a:rPr lang="en-US" altLang="zh-CN"/>
              <a:t>ReLU </a:t>
            </a:r>
            <a:r>
              <a:rPr lang="zh-CN" altLang="en-US"/>
              <a:t>激活函数</a:t>
            </a:r>
            <a:endParaRPr lang="zh-CN" altLang="en-US"/>
          </a:p>
        </p:txBody>
      </p:sp>
      <p:sp>
        <p:nvSpPr>
          <p:cNvPr id="9" name="文本框 8"/>
          <p:cNvSpPr txBox="1"/>
          <p:nvPr/>
        </p:nvSpPr>
        <p:spPr>
          <a:xfrm>
            <a:off x="3469640" y="6409690"/>
            <a:ext cx="4064000" cy="368300"/>
          </a:xfrm>
          <a:prstGeom prst="rect">
            <a:avLst/>
          </a:prstGeom>
          <a:noFill/>
        </p:spPr>
        <p:txBody>
          <a:bodyPr wrap="square" rtlCol="0">
            <a:spAutoFit/>
          </a:bodyPr>
          <a:p>
            <a:r>
              <a:rPr lang="zh-CN" altLang="en-US"/>
              <a:t>实体</a:t>
            </a:r>
            <a:r>
              <a:rPr lang="en-US" altLang="zh-CN"/>
              <a:t>i</a:t>
            </a:r>
            <a:r>
              <a:rPr lang="zh-CN" altLang="en-US"/>
              <a:t>在静态图中的连接数（归一化用）</a:t>
            </a:r>
            <a:endParaRPr lang="zh-CN" altLang="en-US"/>
          </a:p>
        </p:txBody>
      </p:sp>
      <mc:AlternateContent xmlns:mc="http://schemas.openxmlformats.org/markup-compatibility/2006" xmlns:p14="http://schemas.microsoft.com/office/powerpoint/2010/main">
        <mc:Choice Requires="p14">
          <p:contentPart r:id="rId2" p14:bwMode="auto">
            <p14:nvContentPartPr>
              <p14:cNvPr id="10" name="墨迹 9"/>
              <p14:cNvContentPartPr/>
              <p14:nvPr/>
            </p14:nvContentPartPr>
            <p14:xfrm>
              <a:off x="3492500" y="5226050"/>
              <a:ext cx="806450" cy="95250"/>
            </p14:xfrm>
          </p:contentPart>
        </mc:Choice>
        <mc:Fallback xmlns="">
          <p:pic>
            <p:nvPicPr>
              <p:cNvPr id="10" name="墨迹 9"/>
            </p:nvPicPr>
            <p:blipFill>
              <a:blip r:embed="rId3"/>
            </p:blipFill>
            <p:spPr>
              <a:xfrm>
                <a:off x="3492500" y="5226050"/>
                <a:ext cx="806450" cy="9525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11" name="墨迹 10"/>
              <p14:cNvContentPartPr/>
              <p14:nvPr/>
            </p14:nvContentPartPr>
            <p14:xfrm>
              <a:off x="3460750" y="5156200"/>
              <a:ext cx="152400" cy="190500"/>
            </p14:xfrm>
          </p:contentPart>
        </mc:Choice>
        <mc:Fallback xmlns="">
          <p:pic>
            <p:nvPicPr>
              <p:cNvPr id="11" name="墨迹 10"/>
            </p:nvPicPr>
            <p:blipFill>
              <a:blip r:embed="rId5"/>
            </p:blipFill>
            <p:spPr>
              <a:xfrm>
                <a:off x="3460750" y="5156200"/>
                <a:ext cx="152400" cy="19050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2" name="墨迹 11"/>
              <p14:cNvContentPartPr/>
              <p14:nvPr/>
            </p14:nvContentPartPr>
            <p14:xfrm>
              <a:off x="4584700" y="5422900"/>
              <a:ext cx="133350" cy="44450"/>
            </p14:xfrm>
          </p:contentPart>
        </mc:Choice>
        <mc:Fallback xmlns="">
          <p:pic>
            <p:nvPicPr>
              <p:cNvPr id="12" name="墨迹 11"/>
            </p:nvPicPr>
            <p:blipFill>
              <a:blip r:embed="rId7"/>
            </p:blipFill>
            <p:spPr>
              <a:xfrm>
                <a:off x="4584700" y="5422900"/>
                <a:ext cx="133350" cy="4445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3" name="墨迹 12"/>
              <p14:cNvContentPartPr/>
              <p14:nvPr/>
            </p14:nvContentPartPr>
            <p14:xfrm>
              <a:off x="4222750" y="5448300"/>
              <a:ext cx="444500" cy="279400"/>
            </p14:xfrm>
          </p:contentPart>
        </mc:Choice>
        <mc:Fallback xmlns="">
          <p:pic>
            <p:nvPicPr>
              <p:cNvPr id="13" name="墨迹 12"/>
            </p:nvPicPr>
            <p:blipFill>
              <a:blip r:embed="rId9"/>
            </p:blipFill>
            <p:spPr>
              <a:xfrm>
                <a:off x="4222750" y="5448300"/>
                <a:ext cx="444500" cy="27940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4" name="墨迹 13"/>
              <p14:cNvContentPartPr/>
              <p14:nvPr/>
            </p14:nvContentPartPr>
            <p14:xfrm>
              <a:off x="4222750" y="5619750"/>
              <a:ext cx="63500" cy="152400"/>
            </p14:xfrm>
          </p:contentPart>
        </mc:Choice>
        <mc:Fallback xmlns="">
          <p:pic>
            <p:nvPicPr>
              <p:cNvPr id="14" name="墨迹 13"/>
            </p:nvPicPr>
            <p:blipFill>
              <a:blip r:embed="rId11"/>
            </p:blipFill>
            <p:spPr>
              <a:xfrm>
                <a:off x="4222750" y="5619750"/>
                <a:ext cx="63500" cy="15240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5" name="墨迹 14"/>
              <p14:cNvContentPartPr/>
              <p14:nvPr/>
            </p14:nvContentPartPr>
            <p14:xfrm>
              <a:off x="4883150" y="5588000"/>
              <a:ext cx="114300" cy="44450"/>
            </p14:xfrm>
          </p:contentPart>
        </mc:Choice>
        <mc:Fallback xmlns="">
          <p:pic>
            <p:nvPicPr>
              <p:cNvPr id="15" name="墨迹 14"/>
            </p:nvPicPr>
            <p:blipFill>
              <a:blip r:embed="rId13"/>
            </p:blipFill>
            <p:spPr>
              <a:xfrm>
                <a:off x="4883150" y="5588000"/>
                <a:ext cx="114300" cy="4445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6" name="墨迹 15"/>
              <p14:cNvContentPartPr/>
              <p14:nvPr/>
            </p14:nvContentPartPr>
            <p14:xfrm>
              <a:off x="4819650" y="5638800"/>
              <a:ext cx="127000" cy="781050"/>
            </p14:xfrm>
          </p:contentPart>
        </mc:Choice>
        <mc:Fallback xmlns="">
          <p:pic>
            <p:nvPicPr>
              <p:cNvPr id="16" name="墨迹 15"/>
            </p:nvPicPr>
            <p:blipFill>
              <a:blip r:embed="rId15"/>
            </p:blipFill>
            <p:spPr>
              <a:xfrm>
                <a:off x="4819650" y="5638800"/>
                <a:ext cx="127000" cy="78105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7" name="墨迹 16"/>
              <p14:cNvContentPartPr/>
              <p14:nvPr/>
            </p14:nvContentPartPr>
            <p14:xfrm>
              <a:off x="4794250" y="6305550"/>
              <a:ext cx="146050" cy="95250"/>
            </p14:xfrm>
          </p:contentPart>
        </mc:Choice>
        <mc:Fallback xmlns="">
          <p:pic>
            <p:nvPicPr>
              <p:cNvPr id="17" name="墨迹 16"/>
            </p:nvPicPr>
            <p:blipFill>
              <a:blip r:embed="rId17"/>
            </p:blipFill>
            <p:spPr>
              <a:xfrm>
                <a:off x="4794250" y="6305550"/>
                <a:ext cx="146050" cy="9525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8" name="墨迹 17"/>
              <p14:cNvContentPartPr/>
              <p14:nvPr/>
            </p14:nvContentPartPr>
            <p14:xfrm>
              <a:off x="6584950" y="5461000"/>
              <a:ext cx="228600" cy="44450"/>
            </p14:xfrm>
          </p:contentPart>
        </mc:Choice>
        <mc:Fallback xmlns="">
          <p:pic>
            <p:nvPicPr>
              <p:cNvPr id="18" name="墨迹 17"/>
            </p:nvPicPr>
            <p:blipFill>
              <a:blip r:embed="rId19"/>
            </p:blipFill>
            <p:spPr>
              <a:xfrm>
                <a:off x="6584950" y="5461000"/>
                <a:ext cx="228600" cy="4445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9" name="墨迹 18"/>
              <p14:cNvContentPartPr/>
              <p14:nvPr/>
            </p14:nvContentPartPr>
            <p14:xfrm>
              <a:off x="6686550" y="5505450"/>
              <a:ext cx="44450" cy="247650"/>
            </p14:xfrm>
          </p:contentPart>
        </mc:Choice>
        <mc:Fallback xmlns="">
          <p:pic>
            <p:nvPicPr>
              <p:cNvPr id="19" name="墨迹 18"/>
            </p:nvPicPr>
            <p:blipFill>
              <a:blip r:embed="rId21"/>
            </p:blipFill>
            <p:spPr>
              <a:xfrm>
                <a:off x="6686550" y="5505450"/>
                <a:ext cx="44450" cy="24765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20" name="墨迹 19"/>
              <p14:cNvContentPartPr/>
              <p14:nvPr/>
            </p14:nvContentPartPr>
            <p14:xfrm>
              <a:off x="6629400" y="5683250"/>
              <a:ext cx="279400" cy="127000"/>
            </p14:xfrm>
          </p:contentPart>
        </mc:Choice>
        <mc:Fallback xmlns="">
          <p:pic>
            <p:nvPicPr>
              <p:cNvPr id="20" name="墨迹 19"/>
            </p:nvPicPr>
            <p:blipFill>
              <a:blip r:embed="rId23"/>
            </p:blipFill>
            <p:spPr>
              <a:xfrm>
                <a:off x="6629400" y="5683250"/>
                <a:ext cx="279400" cy="12700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21" name="墨迹 20"/>
              <p14:cNvContentPartPr/>
              <p14:nvPr/>
            </p14:nvContentPartPr>
            <p14:xfrm>
              <a:off x="7054850" y="4933950"/>
              <a:ext cx="838200" cy="254000"/>
            </p14:xfrm>
          </p:contentPart>
        </mc:Choice>
        <mc:Fallback xmlns="">
          <p:pic>
            <p:nvPicPr>
              <p:cNvPr id="21" name="墨迹 20"/>
            </p:nvPicPr>
            <p:blipFill>
              <a:blip r:embed="rId25"/>
            </p:blipFill>
            <p:spPr>
              <a:xfrm>
                <a:off x="7054850" y="4933950"/>
                <a:ext cx="838200" cy="25400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22" name="墨迹 21"/>
              <p14:cNvContentPartPr/>
              <p14:nvPr/>
            </p14:nvContentPartPr>
            <p14:xfrm>
              <a:off x="7829550" y="5035550"/>
              <a:ext cx="120650" cy="139700"/>
            </p14:xfrm>
          </p:contentPart>
        </mc:Choice>
        <mc:Fallback xmlns="">
          <p:pic>
            <p:nvPicPr>
              <p:cNvPr id="22" name="墨迹 21"/>
            </p:nvPicPr>
            <p:blipFill>
              <a:blip r:embed="rId27"/>
            </p:blipFill>
            <p:spPr>
              <a:xfrm>
                <a:off x="7829550" y="5035550"/>
                <a:ext cx="120650" cy="139700"/>
              </a:xfrm>
              <a:prstGeom prst="rect"/>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组件</a:t>
            </a:r>
            <a:r>
              <a:rPr lang="en-US" altLang="zh-CN">
                <a:sym typeface="+mn-ea"/>
              </a:rPr>
              <a:t> 3</a:t>
            </a:r>
            <a:r>
              <a:rPr lang="zh-CN" altLang="en-US">
                <a:sym typeface="+mn-ea"/>
              </a:rPr>
              <a:t>：静态图约束组件</a:t>
            </a:r>
            <a:r>
              <a:rPr lang="zh-CN" altLang="en-US" sz="2665">
                <a:sym typeface="+mn-ea"/>
              </a:rPr>
              <a:t>（</a:t>
            </a:r>
            <a:r>
              <a:rPr lang="en-US" altLang="zh-CN" sz="2665">
                <a:sym typeface="+mn-ea"/>
              </a:rPr>
              <a:t>Static Graph Constraint</a:t>
            </a:r>
            <a:r>
              <a:rPr lang="zh-CN" altLang="en-US" sz="2665">
                <a:sym typeface="+mn-ea"/>
              </a:rPr>
              <a:t>）</a:t>
            </a:r>
            <a:br>
              <a:rPr lang="zh-CN" altLang="en-US" sz="2665">
                <a:sym typeface="+mn-ea"/>
              </a:rPr>
            </a:br>
            <a:r>
              <a:rPr lang="en-US" altLang="zh-CN">
                <a:sym typeface="+mn-ea"/>
              </a:rPr>
              <a:t>—— </a:t>
            </a:r>
            <a:r>
              <a:rPr lang="zh-CN" altLang="en-US">
                <a:sym typeface="+mn-ea"/>
              </a:rPr>
              <a:t>融合实体静态属性</a:t>
            </a:r>
            <a:endParaRPr lang="zh-CN" altLang="en-US"/>
          </a:p>
        </p:txBody>
      </p:sp>
      <p:sp>
        <p:nvSpPr>
          <p:cNvPr id="3" name="内容占位符 2"/>
          <p:cNvSpPr>
            <a:spLocks noGrp="1"/>
          </p:cNvSpPr>
          <p:nvPr>
            <p:ph idx="1"/>
          </p:nvPr>
        </p:nvSpPr>
        <p:spPr/>
        <p:txBody>
          <a:bodyPr/>
          <a:p>
            <a:pPr lvl="1"/>
            <a:r>
              <a:rPr lang="zh-CN" altLang="en-US"/>
              <a:t>③演化嵌入约束：限制</a:t>
            </a:r>
            <a:r>
              <a:rPr lang="en-US" altLang="zh-CN"/>
              <a:t> “</a:t>
            </a:r>
            <a:r>
              <a:rPr lang="zh-CN" altLang="en-US"/>
              <a:t>实体演化嵌入</a:t>
            </a:r>
            <a:r>
              <a:rPr lang="en-US" altLang="zh-CN"/>
              <a:t>” </a:t>
            </a:r>
            <a:r>
              <a:rPr lang="zh-CN" altLang="en-US"/>
              <a:t>与</a:t>
            </a:r>
            <a:r>
              <a:rPr lang="en-US" altLang="zh-CN"/>
              <a:t> “</a:t>
            </a:r>
            <a:r>
              <a:rPr lang="zh-CN" altLang="en-US"/>
              <a:t>静态嵌入</a:t>
            </a:r>
            <a:r>
              <a:rPr lang="en-US" altLang="zh-CN"/>
              <a:t>” </a:t>
            </a:r>
            <a:r>
              <a:rPr lang="zh-CN" altLang="en-US"/>
              <a:t>的夹角不超过时间相关阈值，公式（</a:t>
            </a:r>
            <a:r>
              <a:rPr lang="en-US" altLang="zh-CN"/>
              <a:t>9</a:t>
            </a:r>
            <a:r>
              <a:rPr lang="zh-CN" altLang="en-US"/>
              <a:t>）（</a:t>
            </a:r>
            <a:r>
              <a:rPr lang="en-US" altLang="zh-CN"/>
              <a:t>10</a:t>
            </a:r>
            <a:r>
              <a:rPr lang="zh-CN" altLang="en-US"/>
              <a:t>）</a:t>
            </a:r>
            <a:endParaRPr lang="zh-CN" altLang="en-US"/>
          </a:p>
          <a:p>
            <a:pPr lvl="2"/>
            <a:r>
              <a:rPr lang="zh-CN" altLang="en-US"/>
              <a:t>角度阈值：</a:t>
            </a:r>
            <a:r>
              <a:rPr lang="en-US" altLang="zh-CN"/>
              <a:t>θx​=min(γx,90∘)</a:t>
            </a:r>
            <a:r>
              <a:rPr lang="zh-CN" altLang="en-US"/>
              <a:t>（</a:t>
            </a:r>
            <a:r>
              <a:rPr lang="en-US" altLang="zh-CN"/>
              <a:t>x∈[0,m]</a:t>
            </a:r>
            <a:r>
              <a:rPr lang="zh-CN" altLang="en-US"/>
              <a:t>，</a:t>
            </a:r>
            <a:r>
              <a:rPr lang="en-US" altLang="zh-CN"/>
              <a:t>γ=10∘</a:t>
            </a:r>
            <a:r>
              <a:rPr lang="zh-CN" altLang="en-US"/>
              <a:t>为角度递增步长）；时间越晚（</a:t>
            </a:r>
            <a:r>
              <a:rPr lang="en-US" altLang="zh-CN"/>
              <a:t>x</a:t>
            </a:r>
            <a:r>
              <a:rPr lang="zh-CN" altLang="en-US"/>
              <a:t>越大），允许演化嵌入与静态嵌入的偏差越大（实体行为可随历史扩展）；</a:t>
            </a:r>
            <a:endParaRPr lang="zh-CN" altLang="en-US"/>
          </a:p>
          <a:p>
            <a:pPr lvl="2"/>
            <a:r>
              <a:rPr lang="zh-CN" altLang="en-US"/>
              <a:t>约束损失：</a:t>
            </a:r>
            <a:endParaRPr lang="zh-CN" altLang="en-US"/>
          </a:p>
          <a:p>
            <a:pPr lvl="2"/>
            <a:endParaRPr lang="zh-CN" altLang="en-US"/>
          </a:p>
          <a:p>
            <a:pPr lvl="2"/>
            <a:endParaRPr lang="zh-CN" altLang="en-US"/>
          </a:p>
          <a:p>
            <a:pPr lvl="2"/>
            <a:r>
              <a:rPr lang="zh-CN" altLang="en-US"/>
              <a:t>总损失：</a:t>
            </a:r>
            <a:endParaRPr lang="zh-CN" altLang="en-US"/>
          </a:p>
          <a:p>
            <a:pPr lvl="2"/>
            <a:endParaRPr lang="zh-CN" altLang="en-US"/>
          </a:p>
          <a:p>
            <a:pPr lvl="2"/>
            <a:r>
              <a:rPr lang="zh-CN" altLang="en-US"/>
              <a:t>特殊处理：</a:t>
            </a:r>
            <a:r>
              <a:rPr lang="en-US" altLang="zh-CN"/>
              <a:t>WIKI</a:t>
            </a:r>
            <a:r>
              <a:rPr lang="zh-CN" altLang="en-US"/>
              <a:t>、</a:t>
            </a:r>
            <a:r>
              <a:rPr lang="en-US" altLang="zh-CN"/>
              <a:t>YAGO</a:t>
            </a:r>
            <a:r>
              <a:rPr lang="zh-CN" altLang="en-US"/>
              <a:t>、</a:t>
            </a:r>
            <a:r>
              <a:rPr lang="en-US" altLang="zh-CN"/>
              <a:t>GDELT </a:t>
            </a:r>
            <a:r>
              <a:rPr lang="zh-CN" altLang="en-US"/>
              <a:t>数据集因缺少静态信息，仅在</a:t>
            </a:r>
            <a:r>
              <a:rPr lang="en-US" altLang="zh-CN"/>
              <a:t> ICEWS </a:t>
            </a:r>
            <a:r>
              <a:rPr lang="zh-CN" altLang="en-US"/>
              <a:t>系列数据集启用该组件。</a:t>
            </a:r>
            <a:endParaRPr lang="zh-CN" altLang="en-US"/>
          </a:p>
          <a:p>
            <a:pPr lvl="2"/>
            <a:endParaRPr lang="en-US" altLang="zh-CN"/>
          </a:p>
          <a:p>
            <a:pPr lvl="2"/>
            <a:endParaRPr lang="en-US" altLang="zh-CN"/>
          </a:p>
          <a:p>
            <a:pPr lvl="2"/>
            <a:endParaRPr lang="en-US" altLang="zh-CN"/>
          </a:p>
        </p:txBody>
      </p:sp>
      <p:pic>
        <p:nvPicPr>
          <p:cNvPr id="4" name="图片 3"/>
          <p:cNvPicPr>
            <a:picLocks noChangeAspect="1"/>
          </p:cNvPicPr>
          <p:nvPr/>
        </p:nvPicPr>
        <p:blipFill>
          <a:blip r:embed="rId1"/>
          <a:stretch>
            <a:fillRect/>
          </a:stretch>
        </p:blipFill>
        <p:spPr>
          <a:xfrm>
            <a:off x="3842385" y="3249930"/>
            <a:ext cx="3848100" cy="742950"/>
          </a:xfrm>
          <a:prstGeom prst="rect">
            <a:avLst/>
          </a:prstGeom>
        </p:spPr>
      </p:pic>
      <p:pic>
        <p:nvPicPr>
          <p:cNvPr id="5" name="图片 4"/>
          <p:cNvPicPr>
            <a:picLocks noChangeAspect="1"/>
          </p:cNvPicPr>
          <p:nvPr/>
        </p:nvPicPr>
        <p:blipFill>
          <a:blip r:embed="rId2"/>
          <a:stretch>
            <a:fillRect/>
          </a:stretch>
        </p:blipFill>
        <p:spPr>
          <a:xfrm>
            <a:off x="3287395" y="4210050"/>
            <a:ext cx="1276350" cy="3429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4.2</a:t>
            </a:r>
            <a:r>
              <a:rPr lang="zh-CN" altLang="en-US"/>
              <a:t>评分函数</a:t>
            </a:r>
            <a:endParaRPr lang="zh-CN" altLang="en-US"/>
          </a:p>
        </p:txBody>
      </p:sp>
      <p:sp>
        <p:nvSpPr>
          <p:cNvPr id="3" name="内容占位符 2"/>
          <p:cNvSpPr>
            <a:spLocks noGrp="1"/>
          </p:cNvSpPr>
          <p:nvPr>
            <p:ph idx="1"/>
          </p:nvPr>
        </p:nvSpPr>
        <p:spPr/>
        <p:txBody>
          <a:bodyPr/>
          <a:p>
            <a:r>
              <a:rPr lang="en-US" altLang="zh-CN"/>
              <a:t>ConvTransE</a:t>
            </a:r>
            <a:r>
              <a:rPr lang="zh-CN" altLang="en-US"/>
              <a:t>作为</a:t>
            </a:r>
            <a:r>
              <a:rPr lang="zh-CN" altLang="en-US"/>
              <a:t>解码器</a:t>
            </a:r>
            <a:endParaRPr lang="zh-CN" altLang="en-US"/>
          </a:p>
          <a:p>
            <a:pPr lvl="1"/>
            <a:r>
              <a:rPr lang="en-US" altLang="zh-CN"/>
              <a:t>ConvTransE</a:t>
            </a:r>
            <a:r>
              <a:rPr lang="zh-CN" altLang="en-US"/>
              <a:t>包含一个一维卷积层和一个全连接层</a:t>
            </a:r>
            <a:endParaRPr lang="zh-CN" altLang="en-US"/>
          </a:p>
          <a:p>
            <a:pPr lvl="1"/>
            <a:r>
              <a:rPr lang="zh-CN" altLang="en-US"/>
              <a:t>实体</a:t>
            </a:r>
            <a:r>
              <a:rPr lang="zh-CN" altLang="en-US"/>
              <a:t>概率向量</a:t>
            </a:r>
            <a:endParaRPr lang="zh-CN" altLang="en-US"/>
          </a:p>
          <a:p>
            <a:pPr lvl="1"/>
            <a:r>
              <a:rPr lang="zh-CN" altLang="en-US"/>
              <a:t>关系概率</a:t>
            </a:r>
            <a:r>
              <a:rPr lang="zh-CN" altLang="en-US"/>
              <a:t>向量</a:t>
            </a:r>
            <a:endParaRPr lang="zh-CN" altLang="en-US"/>
          </a:p>
          <a:p>
            <a:pPr lvl="1"/>
            <a:endParaRPr lang="zh-CN" altLang="en-US"/>
          </a:p>
          <a:p>
            <a:endParaRPr lang="zh-CN" altLang="en-US"/>
          </a:p>
          <a:p>
            <a:endParaRPr lang="zh-CN" altLang="en-US"/>
          </a:p>
        </p:txBody>
      </p:sp>
      <p:pic>
        <p:nvPicPr>
          <p:cNvPr id="5" name="图片 4"/>
          <p:cNvPicPr>
            <a:picLocks noChangeAspect="1"/>
          </p:cNvPicPr>
          <p:nvPr/>
        </p:nvPicPr>
        <p:blipFill>
          <a:blip r:embed="rId1"/>
          <a:stretch>
            <a:fillRect/>
          </a:stretch>
        </p:blipFill>
        <p:spPr>
          <a:xfrm>
            <a:off x="3522980" y="2680335"/>
            <a:ext cx="3533775" cy="342900"/>
          </a:xfrm>
          <a:prstGeom prst="rect">
            <a:avLst/>
          </a:prstGeom>
        </p:spPr>
      </p:pic>
      <p:pic>
        <p:nvPicPr>
          <p:cNvPr id="6" name="图片 5"/>
          <p:cNvPicPr>
            <a:picLocks noChangeAspect="1"/>
          </p:cNvPicPr>
          <p:nvPr/>
        </p:nvPicPr>
        <p:blipFill>
          <a:blip r:embed="rId2"/>
          <a:stretch>
            <a:fillRect/>
          </a:stretch>
        </p:blipFill>
        <p:spPr>
          <a:xfrm>
            <a:off x="3486150" y="3067050"/>
            <a:ext cx="3533775" cy="3619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4.3</a:t>
            </a:r>
            <a:r>
              <a:rPr lang="zh-CN" altLang="en-US"/>
              <a:t>多任务</a:t>
            </a:r>
            <a:r>
              <a:rPr lang="zh-CN" altLang="en-US"/>
              <a:t>学习</a:t>
            </a:r>
            <a:endParaRPr lang="zh-CN" altLang="en-US"/>
          </a:p>
        </p:txBody>
      </p:sp>
      <p:sp>
        <p:nvSpPr>
          <p:cNvPr id="3" name="内容占位符 2"/>
          <p:cNvSpPr>
            <a:spLocks noGrp="1"/>
          </p:cNvSpPr>
          <p:nvPr>
            <p:ph idx="1"/>
          </p:nvPr>
        </p:nvSpPr>
        <p:spPr/>
        <p:txBody>
          <a:bodyPr/>
          <a:p>
            <a:r>
              <a:rPr lang="zh-CN" altLang="en-US"/>
              <a:t>联合损失</a:t>
            </a:r>
            <a:r>
              <a:rPr lang="en-US" altLang="zh-CN"/>
              <a:t>=</a:t>
            </a:r>
            <a:r>
              <a:rPr lang="zh-CN" altLang="en-US"/>
              <a:t>实体损失</a:t>
            </a:r>
            <a:r>
              <a:rPr lang="en-US" altLang="zh-CN"/>
              <a:t>+</a:t>
            </a:r>
            <a:r>
              <a:rPr lang="zh-CN" altLang="en-US"/>
              <a:t>关系损失</a:t>
            </a:r>
            <a:r>
              <a:rPr lang="en-US" altLang="zh-CN"/>
              <a:t>+</a:t>
            </a:r>
            <a:r>
              <a:rPr lang="zh-CN" altLang="en-US"/>
              <a:t>静态约束损失</a:t>
            </a:r>
            <a:endParaRPr lang="en-US" altLang="zh-CN"/>
          </a:p>
          <a:p>
            <a:endParaRPr lang="en-US" altLang="zh-CN"/>
          </a:p>
        </p:txBody>
      </p:sp>
      <p:pic>
        <p:nvPicPr>
          <p:cNvPr id="4" name="图片 3"/>
          <p:cNvPicPr>
            <a:picLocks noChangeAspect="1"/>
          </p:cNvPicPr>
          <p:nvPr/>
        </p:nvPicPr>
        <p:blipFill>
          <a:blip r:embed="rId1"/>
          <a:stretch>
            <a:fillRect/>
          </a:stretch>
        </p:blipFill>
        <p:spPr>
          <a:xfrm>
            <a:off x="2284095" y="2861310"/>
            <a:ext cx="4619625" cy="1571625"/>
          </a:xfrm>
          <a:prstGeom prst="rect">
            <a:avLst/>
          </a:prstGeom>
        </p:spPr>
      </p:pic>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2330450" y="3346450"/>
              <a:ext cx="311150" cy="360"/>
            </p14:xfrm>
          </p:contentPart>
        </mc:Choice>
        <mc:Fallback xmlns="">
          <p:pic>
            <p:nvPicPr>
              <p:cNvPr id="5" name="墨迹 4"/>
            </p:nvPicPr>
            <p:blipFill>
              <a:blip r:embed="rId3"/>
            </p:blipFill>
            <p:spPr>
              <a:xfrm>
                <a:off x="2330450" y="3346450"/>
                <a:ext cx="311150" cy="3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6" name="墨迹 5"/>
              <p14:cNvContentPartPr/>
              <p14:nvPr/>
            </p14:nvContentPartPr>
            <p14:xfrm>
              <a:off x="2463800" y="2362200"/>
              <a:ext cx="971550" cy="762000"/>
            </p14:xfrm>
          </p:contentPart>
        </mc:Choice>
        <mc:Fallback xmlns="">
          <p:pic>
            <p:nvPicPr>
              <p:cNvPr id="6" name="墨迹 5"/>
            </p:nvPicPr>
            <p:blipFill>
              <a:blip r:embed="rId5"/>
            </p:blipFill>
            <p:spPr>
              <a:xfrm>
                <a:off x="2463800" y="2362200"/>
                <a:ext cx="971550" cy="76200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7" name="墨迹 6"/>
              <p14:cNvContentPartPr/>
              <p14:nvPr/>
            </p14:nvContentPartPr>
            <p14:xfrm>
              <a:off x="3308350" y="2324100"/>
              <a:ext cx="317500" cy="177800"/>
            </p14:xfrm>
          </p:contentPart>
        </mc:Choice>
        <mc:Fallback xmlns="">
          <p:pic>
            <p:nvPicPr>
              <p:cNvPr id="7" name="墨迹 6"/>
            </p:nvPicPr>
            <p:blipFill>
              <a:blip r:embed="rId7"/>
            </p:blipFill>
            <p:spPr>
              <a:xfrm>
                <a:off x="3308350" y="2324100"/>
                <a:ext cx="317500" cy="17780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8" name="墨迹 7"/>
              <p14:cNvContentPartPr/>
              <p14:nvPr/>
            </p14:nvContentPartPr>
            <p14:xfrm>
              <a:off x="4832350" y="2286000"/>
              <a:ext cx="692150" cy="360"/>
            </p14:xfrm>
          </p:contentPart>
        </mc:Choice>
        <mc:Fallback xmlns="">
          <p:pic>
            <p:nvPicPr>
              <p:cNvPr id="8" name="墨迹 7"/>
            </p:nvPicPr>
            <p:blipFill>
              <a:blip r:embed="rId9"/>
            </p:blipFill>
            <p:spPr>
              <a:xfrm>
                <a:off x="4832350" y="2286000"/>
                <a:ext cx="692150" cy="36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9" name="墨迹 8"/>
              <p14:cNvContentPartPr/>
              <p14:nvPr/>
            </p14:nvContentPartPr>
            <p14:xfrm>
              <a:off x="5378450" y="2311400"/>
              <a:ext cx="2387600" cy="1720850"/>
            </p14:xfrm>
          </p:contentPart>
        </mc:Choice>
        <mc:Fallback xmlns="">
          <p:pic>
            <p:nvPicPr>
              <p:cNvPr id="9" name="墨迹 8"/>
            </p:nvPicPr>
            <p:blipFill>
              <a:blip r:embed="rId11"/>
            </p:blipFill>
            <p:spPr>
              <a:xfrm>
                <a:off x="5378450" y="2311400"/>
                <a:ext cx="2387600" cy="17208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0" name="墨迹 9"/>
              <p14:cNvContentPartPr/>
              <p14:nvPr/>
            </p14:nvContentPartPr>
            <p14:xfrm>
              <a:off x="7023100" y="3841750"/>
              <a:ext cx="184150" cy="241300"/>
            </p14:xfrm>
          </p:contentPart>
        </mc:Choice>
        <mc:Fallback xmlns="">
          <p:pic>
            <p:nvPicPr>
              <p:cNvPr id="10" name="墨迹 9"/>
            </p:nvPicPr>
            <p:blipFill>
              <a:blip r:embed="rId13"/>
            </p:blipFill>
            <p:spPr>
              <a:xfrm>
                <a:off x="7023100" y="3841750"/>
                <a:ext cx="184150" cy="24130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1" name="墨迹 10"/>
              <p14:cNvContentPartPr/>
              <p14:nvPr/>
            </p14:nvContentPartPr>
            <p14:xfrm>
              <a:off x="7194550" y="1244600"/>
              <a:ext cx="292100" cy="431800"/>
            </p14:xfrm>
          </p:contentPart>
        </mc:Choice>
        <mc:Fallback xmlns="">
          <p:pic>
            <p:nvPicPr>
              <p:cNvPr id="11" name="墨迹 10"/>
            </p:nvPicPr>
            <p:blipFill>
              <a:blip r:embed="rId15"/>
            </p:blipFill>
            <p:spPr>
              <a:xfrm>
                <a:off x="7194550" y="1244600"/>
                <a:ext cx="292100" cy="43180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2" name="墨迹 11"/>
              <p14:cNvContentPartPr/>
              <p14:nvPr/>
            </p14:nvContentPartPr>
            <p14:xfrm>
              <a:off x="7512050" y="1085850"/>
              <a:ext cx="76200" cy="146050"/>
            </p14:xfrm>
          </p:contentPart>
        </mc:Choice>
        <mc:Fallback xmlns="">
          <p:pic>
            <p:nvPicPr>
              <p:cNvPr id="12" name="墨迹 11"/>
            </p:nvPicPr>
            <p:blipFill>
              <a:blip r:embed="rId17"/>
            </p:blipFill>
            <p:spPr>
              <a:xfrm>
                <a:off x="7512050" y="1085850"/>
                <a:ext cx="76200" cy="14605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3" name="墨迹 12"/>
              <p14:cNvContentPartPr/>
              <p14:nvPr/>
            </p14:nvContentPartPr>
            <p14:xfrm>
              <a:off x="7626350" y="1130300"/>
              <a:ext cx="69850" cy="6350"/>
            </p14:xfrm>
          </p:contentPart>
        </mc:Choice>
        <mc:Fallback xmlns="">
          <p:pic>
            <p:nvPicPr>
              <p:cNvPr id="13" name="墨迹 12"/>
            </p:nvPicPr>
            <p:blipFill>
              <a:blip r:embed="rId19"/>
            </p:blipFill>
            <p:spPr>
              <a:xfrm>
                <a:off x="7626350" y="1130300"/>
                <a:ext cx="69850" cy="635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4" name="墨迹 13"/>
              <p14:cNvContentPartPr/>
              <p14:nvPr/>
            </p14:nvContentPartPr>
            <p14:xfrm>
              <a:off x="7639050" y="1073150"/>
              <a:ext cx="133350" cy="190500"/>
            </p14:xfrm>
          </p:contentPart>
        </mc:Choice>
        <mc:Fallback xmlns="">
          <p:pic>
            <p:nvPicPr>
              <p:cNvPr id="14" name="墨迹 13"/>
            </p:nvPicPr>
            <p:blipFill>
              <a:blip r:embed="rId21"/>
            </p:blipFill>
            <p:spPr>
              <a:xfrm>
                <a:off x="7639050" y="1073150"/>
                <a:ext cx="133350" cy="190500"/>
              </a:xfrm>
              <a:prstGeom prst="rect"/>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实验设计与</a:t>
            </a:r>
            <a:r>
              <a:rPr lang="zh-CN" altLang="en-US"/>
              <a:t>结果</a:t>
            </a:r>
            <a:endParaRPr lang="zh-CN" altLang="en-US"/>
          </a:p>
        </p:txBody>
      </p:sp>
      <p:sp>
        <p:nvSpPr>
          <p:cNvPr id="3" name="内容占位符 2"/>
          <p:cNvSpPr>
            <a:spLocks noGrp="1"/>
          </p:cNvSpPr>
          <p:nvPr>
            <p:ph idx="1"/>
          </p:nvPr>
        </p:nvSpPr>
        <p:spPr/>
        <p:txBody>
          <a:bodyPr/>
          <a:p>
            <a:r>
              <a:rPr lang="zh-CN" altLang="en-US"/>
              <a:t>数据集</a:t>
            </a:r>
            <a:endParaRPr lang="zh-CN" altLang="en-US"/>
          </a:p>
          <a:p>
            <a:pPr lvl="1"/>
            <a:r>
              <a:rPr lang="en-US" altLang="zh-CN">
                <a:sym typeface="+mn-ea"/>
              </a:rPr>
              <a:t>ICEWS</a:t>
            </a:r>
            <a:r>
              <a:rPr lang="zh-CN" altLang="en-US">
                <a:sym typeface="+mn-ea"/>
              </a:rPr>
              <a:t>系列：危机预警系统</a:t>
            </a:r>
            <a:r>
              <a:rPr lang="en-US" altLang="zh-CN">
                <a:sym typeface="+mn-ea"/>
              </a:rPr>
              <a:t>(</a:t>
            </a:r>
            <a:r>
              <a:rPr lang="zh-CN" altLang="en-US">
                <a:sym typeface="+mn-ea"/>
              </a:rPr>
              <a:t>新闻事件</a:t>
            </a:r>
            <a:r>
              <a:rPr lang="en-US" altLang="zh-CN">
                <a:sym typeface="+mn-ea"/>
              </a:rPr>
              <a:t>)</a:t>
            </a:r>
            <a:endParaRPr lang="en-US" altLang="zh-CN"/>
          </a:p>
          <a:p>
            <a:pPr lvl="1"/>
            <a:r>
              <a:rPr lang="zh-CN" altLang="en-US">
                <a:sym typeface="+mn-ea"/>
              </a:rPr>
              <a:t>百科数据：</a:t>
            </a:r>
            <a:r>
              <a:rPr lang="en-US" altLang="zh-CN">
                <a:sym typeface="+mn-ea"/>
              </a:rPr>
              <a:t>WIKI,YAGO</a:t>
            </a:r>
            <a:r>
              <a:rPr lang="zh-CN" altLang="en-US">
                <a:sym typeface="+mn-ea"/>
              </a:rPr>
              <a:t>（实体知识）</a:t>
            </a:r>
            <a:endParaRPr lang="zh-CN" altLang="en-US"/>
          </a:p>
          <a:p>
            <a:pPr lvl="1"/>
            <a:r>
              <a:rPr lang="zh-CN" altLang="en-US">
                <a:sym typeface="+mn-ea"/>
              </a:rPr>
              <a:t>全球事件：</a:t>
            </a:r>
            <a:r>
              <a:rPr lang="en-US" altLang="zh-CN">
                <a:sym typeface="+mn-ea"/>
              </a:rPr>
              <a:t>GDELT</a:t>
            </a:r>
            <a:r>
              <a:rPr lang="zh-CN" altLang="en-US">
                <a:sym typeface="+mn-ea"/>
              </a:rPr>
              <a:t>（大规模事件数据）</a:t>
            </a:r>
            <a:endParaRPr lang="zh-CN" altLang="en-US"/>
          </a:p>
          <a:p>
            <a:r>
              <a:rPr lang="zh-CN" altLang="en-US"/>
              <a:t>评估</a:t>
            </a:r>
            <a:r>
              <a:rPr lang="zh-CN" altLang="en-US"/>
              <a:t>指标</a:t>
            </a:r>
            <a:endParaRPr lang="zh-CN" altLang="en-US"/>
          </a:p>
          <a:p>
            <a:pPr lvl="1"/>
            <a:r>
              <a:rPr lang="zh-CN" altLang="en-US"/>
              <a:t>采用</a:t>
            </a:r>
            <a:r>
              <a:rPr lang="en-US" altLang="zh-CN"/>
              <a:t>MRR</a:t>
            </a:r>
            <a:r>
              <a:rPr lang="zh-CN" altLang="en-US"/>
              <a:t>和</a:t>
            </a:r>
            <a:r>
              <a:rPr lang="en-US" altLang="zh-CN"/>
              <a:t> H</a:t>
            </a:r>
            <a:r>
              <a:rPr lang="en-US" altLang="zh-CN"/>
              <a:t>its@{1,3,10}</a:t>
            </a:r>
            <a:r>
              <a:rPr lang="zh-CN" altLang="en-US"/>
              <a:t>作为实体预测和关系预测的评估指标</a:t>
            </a:r>
            <a:endParaRPr lang="zh-CN" altLang="en-US"/>
          </a:p>
          <a:p>
            <a:pPr lvl="1"/>
            <a:endParaRPr lang="zh-CN" altLang="en-US"/>
          </a:p>
          <a:p>
            <a:r>
              <a:rPr lang="zh-CN" altLang="en-US"/>
              <a:t>基线</a:t>
            </a:r>
            <a:r>
              <a:rPr lang="zh-CN" altLang="en-US"/>
              <a:t>模型</a:t>
            </a:r>
            <a:endParaRPr lang="zh-CN" altLang="en-US"/>
          </a:p>
          <a:p>
            <a:pPr lvl="1"/>
            <a:r>
              <a:rPr lang="zh-CN" altLang="en-US"/>
              <a:t>将</a:t>
            </a:r>
            <a:r>
              <a:rPr lang="en-US" altLang="zh-CN"/>
              <a:t>RE-GCN</a:t>
            </a:r>
            <a:r>
              <a:rPr lang="zh-CN" altLang="en-US"/>
              <a:t>模型与静态知识图谱推理模型及时间知识图谱（</a:t>
            </a:r>
            <a:r>
              <a:rPr lang="en-US" altLang="zh-CN"/>
              <a:t>TKG</a:t>
            </a:r>
            <a:r>
              <a:rPr lang="zh-CN" altLang="en-US"/>
              <a:t>）推理模型进行了对比</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382760" y="365125"/>
            <a:ext cx="1971040" cy="1325880"/>
          </a:xfrm>
        </p:spPr>
        <p:txBody>
          <a:bodyPr/>
          <a:p>
            <a:endParaRPr lang="zh-CN" altLang="en-US"/>
          </a:p>
        </p:txBody>
      </p:sp>
      <p:sp>
        <p:nvSpPr>
          <p:cNvPr id="3" name="内容占位符 2"/>
          <p:cNvSpPr>
            <a:spLocks noGrp="1"/>
          </p:cNvSpPr>
          <p:nvPr>
            <p:ph idx="1"/>
          </p:nvPr>
        </p:nvSpPr>
        <p:spPr>
          <a:xfrm>
            <a:off x="838200" y="365125"/>
            <a:ext cx="10515600" cy="4351338"/>
          </a:xfrm>
        </p:spPr>
        <p:txBody>
          <a:bodyPr>
            <a:noAutofit/>
          </a:bodyPr>
          <a:p>
            <a:pPr marL="0" indent="0">
              <a:buNone/>
            </a:pPr>
            <a:r>
              <a:rPr lang="zh-CN" altLang="en-US" sz="2300"/>
              <a:t>rgcn</a:t>
            </a:r>
            <a:endParaRPr lang="zh-CN" altLang="en-US" sz="2300"/>
          </a:p>
          <a:p>
            <a:pPr marL="0" indent="0">
              <a:buNone/>
            </a:pPr>
            <a:r>
              <a:rPr lang="zh-CN" altLang="en-US" sz="2300"/>
              <a:t>rgcn/knowledge_graph.py</a:t>
            </a:r>
            <a:endParaRPr lang="zh-CN" altLang="en-US" sz="2300"/>
          </a:p>
          <a:p>
            <a:pPr marL="0" indent="0">
              <a:buNone/>
            </a:pPr>
            <a:r>
              <a:rPr lang="zh-CN" altLang="en-US" sz="2300"/>
              <a:t>  - 负责数据集读取和预处理</a:t>
            </a:r>
            <a:endParaRPr lang="zh-CN" altLang="en-US" sz="2300"/>
          </a:p>
          <a:p>
            <a:pPr marL="0" indent="0">
              <a:buNone/>
            </a:pPr>
            <a:r>
              <a:rPr lang="zh-CN" altLang="en-US" sz="2300"/>
              <a:t>  - 支持两类数据：实体分类数据和链路预测数据</a:t>
            </a:r>
            <a:endParaRPr lang="zh-CN" altLang="en-US" sz="2300"/>
          </a:p>
          <a:p>
            <a:pPr marL="0" indent="0">
              <a:buNone/>
            </a:pPr>
            <a:r>
              <a:rPr lang="zh-CN" altLang="en-US" sz="2300"/>
              <a:t>  - 时序知识图谱的数据通过 `load_from_local` 读取本地文件</a:t>
            </a:r>
            <a:endParaRPr lang="zh-CN" altLang="en-US" sz="2300"/>
          </a:p>
          <a:p>
            <a:pPr marL="0" indent="0">
              <a:buNone/>
            </a:pPr>
            <a:r>
              <a:rPr lang="zh-CN" altLang="en-US" sz="2300"/>
              <a:t>rgcn/layers.py</a:t>
            </a:r>
            <a:endParaRPr lang="zh-CN" altLang="en-US" sz="2300"/>
          </a:p>
          <a:p>
            <a:pPr marL="0" indent="0">
              <a:buNone/>
            </a:pPr>
            <a:r>
              <a:rPr lang="zh-CN" altLang="en-US" sz="2300"/>
              <a:t>  - 定义图神经网络层</a:t>
            </a:r>
            <a:endParaRPr lang="zh-CN" altLang="en-US" sz="2300"/>
          </a:p>
          <a:p>
            <a:pPr marL="0" indent="0">
              <a:buNone/>
            </a:pPr>
            <a:r>
              <a:rPr lang="zh-CN" altLang="en-US" sz="2300"/>
              <a:t>  - 包括基础 RGCN 层、block 版本、以及 RE-GCN 中实际使用的 `UnionRGCNLayer`</a:t>
            </a:r>
            <a:endParaRPr lang="zh-CN" altLang="en-US" sz="2300"/>
          </a:p>
          <a:p>
            <a:pPr marL="0" indent="0">
              <a:buNone/>
            </a:pPr>
            <a:r>
              <a:rPr lang="zh-CN" altLang="en-US" sz="2300"/>
              <a:t>rgcn/model.py</a:t>
            </a:r>
            <a:endParaRPr lang="zh-CN" altLang="en-US" sz="2300"/>
          </a:p>
          <a:p>
            <a:pPr marL="0" indent="0">
              <a:buNone/>
            </a:pPr>
            <a:r>
              <a:rPr lang="zh-CN" altLang="en-US" sz="2300"/>
              <a:t>  - 提供一个基础 RGCN 模型骨架 `BaseRGCN`</a:t>
            </a:r>
            <a:endParaRPr lang="zh-CN" altLang="en-US" sz="2300"/>
          </a:p>
          <a:p>
            <a:pPr marL="0" indent="0">
              <a:buNone/>
            </a:pPr>
            <a:r>
              <a:rPr lang="zh-CN" altLang="en-US" sz="2300"/>
              <a:t>  - 负责组装输入层、隐藏层、输出层</a:t>
            </a:r>
            <a:endParaRPr lang="zh-CN" altLang="en-US" sz="2300"/>
          </a:p>
          <a:p>
            <a:pPr marL="0" indent="0">
              <a:buNone/>
            </a:pPr>
            <a:r>
              <a:rPr lang="zh-CN" altLang="en-US" sz="2300"/>
              <a:t>rgcn/utils.py</a:t>
            </a:r>
            <a:endParaRPr lang="zh-CN" altLang="en-US" sz="2300"/>
          </a:p>
          <a:p>
            <a:pPr marL="0" indent="0">
              <a:buNone/>
            </a:pPr>
            <a:r>
              <a:rPr lang="zh-CN" altLang="en-US" sz="2300"/>
              <a:t>  - 工具函数集中地</a:t>
            </a:r>
            <a:endParaRPr lang="zh-CN" altLang="en-US" sz="2300"/>
          </a:p>
          <a:p>
            <a:pPr marL="0" indent="0">
              <a:buNone/>
            </a:pPr>
            <a:r>
              <a:rPr lang="zh-CN" altLang="en-US" sz="2300"/>
              <a:t>  - 包括构图、评测、时间切分、过滤答案集、multi-step 推理辅助函数</a:t>
            </a:r>
            <a:endParaRPr lang="zh-CN" altLang="en-US" sz="23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904730" y="365125"/>
            <a:ext cx="1449070" cy="1325880"/>
          </a:xfrm>
        </p:spPr>
        <p:txBody>
          <a:bodyPr/>
          <a:p>
            <a:endParaRPr lang="zh-CN" altLang="en-US"/>
          </a:p>
        </p:txBody>
      </p:sp>
      <p:sp>
        <p:nvSpPr>
          <p:cNvPr id="3" name="内容占位符 2"/>
          <p:cNvSpPr>
            <a:spLocks noGrp="1"/>
          </p:cNvSpPr>
          <p:nvPr>
            <p:ph idx="1"/>
          </p:nvPr>
        </p:nvSpPr>
        <p:spPr>
          <a:xfrm>
            <a:off x="838200" y="259715"/>
            <a:ext cx="10515600" cy="4351338"/>
          </a:xfrm>
        </p:spPr>
        <p:txBody>
          <a:bodyPr>
            <a:noAutofit/>
          </a:bodyPr>
          <a:p>
            <a:pPr marL="0" indent="0">
              <a:buNone/>
            </a:pPr>
            <a:r>
              <a:rPr lang="en-US" altLang="zh-CN" sz="1800"/>
              <a:t>src</a:t>
            </a:r>
            <a:endParaRPr lang="en-US" altLang="zh-CN" sz="1800"/>
          </a:p>
          <a:p>
            <a:pPr marL="0" indent="0">
              <a:buNone/>
            </a:pPr>
            <a:r>
              <a:rPr lang="en-US" altLang="zh-CN" sz="1800"/>
              <a:t>src/main.py</a:t>
            </a:r>
            <a:endParaRPr lang="en-US" altLang="zh-CN" sz="1800"/>
          </a:p>
          <a:p>
            <a:pPr marL="0" indent="0">
              <a:buNone/>
            </a:pPr>
            <a:r>
              <a:rPr lang="en-US" altLang="zh-CN" sz="1800"/>
              <a:t>  - </a:t>
            </a:r>
            <a:r>
              <a:rPr lang="zh-CN" altLang="en-US" sz="1800"/>
              <a:t>程序入口</a:t>
            </a:r>
            <a:endParaRPr lang="zh-CN" altLang="en-US" sz="1800"/>
          </a:p>
          <a:p>
            <a:pPr marL="0" indent="0">
              <a:buNone/>
            </a:pPr>
            <a:r>
              <a:rPr lang="en-US" altLang="zh-CN" sz="1800"/>
              <a:t>  - </a:t>
            </a:r>
            <a:r>
              <a:rPr lang="zh-CN" altLang="en-US" sz="1800"/>
              <a:t>负责解析参数、加载数据、创建模型、训练、验证、测试、网格搜索</a:t>
            </a:r>
            <a:endParaRPr lang="zh-CN" altLang="en-US" sz="1800"/>
          </a:p>
          <a:p>
            <a:pPr marL="0" indent="0">
              <a:buNone/>
            </a:pPr>
            <a:r>
              <a:rPr lang="en-US" altLang="zh-CN" sz="1800"/>
              <a:t>src/rrgcn.py</a:t>
            </a:r>
            <a:endParaRPr lang="en-US" altLang="zh-CN" sz="1800"/>
          </a:p>
          <a:p>
            <a:pPr marL="0" indent="0">
              <a:buNone/>
            </a:pPr>
            <a:r>
              <a:rPr lang="en-US" altLang="zh-CN" sz="1800"/>
              <a:t>  - </a:t>
            </a:r>
            <a:r>
              <a:rPr lang="zh-CN" altLang="en-US" sz="1800"/>
              <a:t>这是模型主体</a:t>
            </a:r>
            <a:endParaRPr lang="zh-CN" altLang="en-US" sz="1800"/>
          </a:p>
          <a:p>
            <a:pPr marL="0" indent="0">
              <a:buNone/>
            </a:pPr>
            <a:r>
              <a:rPr lang="en-US" altLang="zh-CN" sz="1800"/>
              <a:t>  - </a:t>
            </a:r>
            <a:r>
              <a:rPr lang="zh-CN" altLang="en-US" sz="1800"/>
              <a:t>定义</a:t>
            </a:r>
            <a:r>
              <a:rPr lang="en-US" altLang="zh-CN" sz="1800"/>
              <a:t> `RecurrentRGCN` </a:t>
            </a:r>
            <a:r>
              <a:rPr lang="zh-CN" altLang="en-US" sz="1800"/>
              <a:t>和</a:t>
            </a:r>
            <a:r>
              <a:rPr lang="en-US" altLang="zh-CN" sz="1800"/>
              <a:t> `RGCNCell`</a:t>
            </a:r>
            <a:endParaRPr lang="en-US" altLang="zh-CN" sz="1800"/>
          </a:p>
          <a:p>
            <a:pPr marL="0" indent="0">
              <a:buNone/>
            </a:pPr>
            <a:r>
              <a:rPr lang="en-US" altLang="zh-CN" sz="1800"/>
              <a:t>  - </a:t>
            </a:r>
            <a:r>
              <a:rPr lang="zh-CN" altLang="en-US" sz="1800"/>
              <a:t>把图卷积、关系演化、时间门控、静态约束、解码器串起来</a:t>
            </a:r>
            <a:endParaRPr lang="zh-CN" altLang="en-US" sz="1800"/>
          </a:p>
          <a:p>
            <a:pPr marL="0" indent="0">
              <a:buNone/>
            </a:pPr>
            <a:r>
              <a:rPr lang="en-US" altLang="zh-CN" sz="1800"/>
              <a:t>src/decoder.py</a:t>
            </a:r>
            <a:endParaRPr lang="en-US" altLang="zh-CN" sz="1800"/>
          </a:p>
          <a:p>
            <a:pPr marL="0" indent="0">
              <a:buNone/>
            </a:pPr>
            <a:r>
              <a:rPr lang="en-US" altLang="zh-CN" sz="1800"/>
              <a:t>  - </a:t>
            </a:r>
            <a:r>
              <a:rPr lang="zh-CN" altLang="en-US" sz="1800"/>
              <a:t>定义打分函数</a:t>
            </a:r>
            <a:endParaRPr lang="zh-CN" altLang="en-US" sz="1800"/>
          </a:p>
          <a:p>
            <a:pPr marL="0" indent="0">
              <a:buNone/>
            </a:pPr>
            <a:r>
              <a:rPr lang="en-US" altLang="zh-CN" sz="1800"/>
              <a:t>  - `ConvTransE` </a:t>
            </a:r>
            <a:r>
              <a:rPr lang="zh-CN" altLang="en-US" sz="1800"/>
              <a:t>用于实体预测</a:t>
            </a:r>
            <a:endParaRPr lang="zh-CN" altLang="en-US" sz="1800"/>
          </a:p>
          <a:p>
            <a:pPr marL="0" indent="0">
              <a:buNone/>
            </a:pPr>
            <a:r>
              <a:rPr lang="en-US" altLang="zh-CN" sz="1800"/>
              <a:t>  - `ConvTransR` </a:t>
            </a:r>
            <a:r>
              <a:rPr lang="zh-CN" altLang="en-US" sz="1800"/>
              <a:t>用于关系预测</a:t>
            </a:r>
            <a:endParaRPr lang="zh-CN" altLang="en-US" sz="1800"/>
          </a:p>
          <a:p>
            <a:pPr marL="0" indent="0">
              <a:buNone/>
            </a:pPr>
            <a:r>
              <a:rPr lang="en-US" altLang="zh-CN" sz="1800"/>
              <a:t>src/model.py</a:t>
            </a:r>
            <a:endParaRPr lang="en-US" altLang="zh-CN" sz="1800"/>
          </a:p>
          <a:p>
            <a:pPr marL="0" indent="0">
              <a:buNone/>
            </a:pPr>
            <a:r>
              <a:rPr lang="en-US" altLang="zh-CN" sz="1800"/>
              <a:t>  - </a:t>
            </a:r>
            <a:r>
              <a:rPr lang="zh-CN" altLang="en-US" sz="1800"/>
              <a:t>另一个基础</a:t>
            </a:r>
            <a:r>
              <a:rPr lang="en-US" altLang="zh-CN" sz="1800"/>
              <a:t> RGCN </a:t>
            </a:r>
            <a:r>
              <a:rPr lang="zh-CN" altLang="en-US" sz="1800"/>
              <a:t>骨架实现</a:t>
            </a:r>
            <a:endParaRPr lang="zh-CN" altLang="en-US" sz="1800"/>
          </a:p>
          <a:p>
            <a:pPr marL="0" indent="0">
              <a:buNone/>
            </a:pPr>
            <a:r>
              <a:rPr lang="en-US" altLang="zh-CN" sz="1800"/>
              <a:t>  - </a:t>
            </a:r>
            <a:r>
              <a:rPr lang="zh-CN" altLang="en-US" sz="1800"/>
              <a:t>供</a:t>
            </a:r>
            <a:r>
              <a:rPr lang="en-US" altLang="zh-CN" sz="1800"/>
              <a:t> `src/rrgcn.py` </a:t>
            </a:r>
            <a:r>
              <a:rPr lang="zh-CN" altLang="en-US" sz="1800"/>
              <a:t>里的</a:t>
            </a:r>
            <a:r>
              <a:rPr lang="en-US" altLang="zh-CN" sz="1800"/>
              <a:t> `RGCNCell` </a:t>
            </a:r>
            <a:r>
              <a:rPr lang="zh-CN" altLang="en-US" sz="1800"/>
              <a:t>继承使用</a:t>
            </a:r>
            <a:endParaRPr lang="zh-CN" altLang="en-US" sz="1800"/>
          </a:p>
          <a:p>
            <a:pPr marL="0" indent="0">
              <a:buNone/>
            </a:pPr>
            <a:r>
              <a:rPr lang="en-US" altLang="zh-CN" sz="1800"/>
              <a:t>src/hyperparameter_range.py</a:t>
            </a:r>
            <a:endParaRPr lang="en-US" altLang="zh-CN" sz="1800"/>
          </a:p>
          <a:p>
            <a:pPr marL="0" indent="0">
              <a:buNone/>
            </a:pPr>
            <a:r>
              <a:rPr lang="en-US" altLang="zh-CN" sz="1800"/>
              <a:t>  - </a:t>
            </a:r>
            <a:r>
              <a:rPr lang="zh-CN" altLang="en-US" sz="1800"/>
              <a:t>定义网格搜索使用的超参数候选集合</a:t>
            </a:r>
            <a:endParaRPr lang="zh-CN" altLang="en-US"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实验设计与</a:t>
            </a:r>
            <a:r>
              <a:rPr lang="zh-CN" altLang="en-US"/>
              <a:t>结果</a:t>
            </a:r>
            <a:endParaRPr lang="zh-CN" altLang="en-US"/>
          </a:p>
        </p:txBody>
      </p:sp>
      <p:sp>
        <p:nvSpPr>
          <p:cNvPr id="3" name="内容占位符 2"/>
          <p:cNvSpPr>
            <a:spLocks noGrp="1"/>
          </p:cNvSpPr>
          <p:nvPr>
            <p:ph idx="1"/>
          </p:nvPr>
        </p:nvSpPr>
        <p:spPr/>
        <p:txBody>
          <a:bodyPr/>
          <a:p>
            <a:r>
              <a:rPr lang="en-US" altLang="zh-CN"/>
              <a:t>knowledge_graph.py</a:t>
            </a:r>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RGCNEntityDataset</a:t>
            </a:r>
            <a:r>
              <a:rPr lang="zh-CN" altLang="en-US"/>
              <a:t>类（</a:t>
            </a:r>
            <a:r>
              <a:rPr lang="zh-CN" altLang="en-US"/>
              <a:t>实体分类）</a:t>
            </a:r>
            <a:endParaRPr lang="zh-CN" altLang="en-US"/>
          </a:p>
        </p:txBody>
      </p:sp>
      <p:pic>
        <p:nvPicPr>
          <p:cNvPr id="4" name="内容占位符 3"/>
          <p:cNvPicPr>
            <a:picLocks noChangeAspect="1"/>
          </p:cNvPicPr>
          <p:nvPr>
            <p:ph idx="1"/>
          </p:nvPr>
        </p:nvPicPr>
        <p:blipFill>
          <a:blip r:embed="rId1"/>
          <a:stretch>
            <a:fillRect/>
          </a:stretch>
        </p:blipFill>
        <p:spPr>
          <a:xfrm>
            <a:off x="613410" y="1825625"/>
            <a:ext cx="2794000" cy="4351655"/>
          </a:xfrm>
          <a:prstGeom prst="rect">
            <a:avLst/>
          </a:prstGeom>
        </p:spPr>
      </p:pic>
      <p:pic>
        <p:nvPicPr>
          <p:cNvPr id="5" name="图片 4"/>
          <p:cNvPicPr>
            <a:picLocks noChangeAspect="1"/>
          </p:cNvPicPr>
          <p:nvPr/>
        </p:nvPicPr>
        <p:blipFill>
          <a:blip r:embed="rId2"/>
          <a:stretch>
            <a:fillRect/>
          </a:stretch>
        </p:blipFill>
        <p:spPr>
          <a:xfrm>
            <a:off x="3277870" y="1416685"/>
            <a:ext cx="6250305" cy="5169535"/>
          </a:xfrm>
          <a:prstGeom prst="rect">
            <a:avLst/>
          </a:prstGeom>
        </p:spPr>
      </p:pic>
      <p:sp>
        <p:nvSpPr>
          <p:cNvPr id="6" name="文本框 5"/>
          <p:cNvSpPr txBox="1"/>
          <p:nvPr/>
        </p:nvSpPr>
        <p:spPr>
          <a:xfrm>
            <a:off x="10230485" y="1189355"/>
            <a:ext cx="1811655" cy="1050290"/>
          </a:xfrm>
          <a:prstGeom prst="rect">
            <a:avLst/>
          </a:prstGeom>
          <a:noFill/>
        </p:spPr>
        <p:txBody>
          <a:bodyPr wrap="square" rtlCol="0">
            <a:noAutofit/>
          </a:bodyPr>
          <a:p>
            <a:r>
              <a:rPr lang="zh-CN" altLang="en-US"/>
              <a:t>解析原始数据</a:t>
            </a:r>
            <a:r>
              <a:rPr lang="en-US" altLang="en-US"/>
              <a:t>→</a:t>
            </a:r>
            <a:r>
              <a:rPr lang="en-US" altLang="zh-CN"/>
              <a:t>BFS </a:t>
            </a:r>
            <a:r>
              <a:rPr lang="zh-CN" altLang="en-US"/>
              <a:t>剪枝</a:t>
            </a:r>
            <a:r>
              <a:rPr lang="en-US" altLang="en-US"/>
              <a:t>→</a:t>
            </a:r>
            <a:r>
              <a:rPr lang="zh-CN" altLang="en-US"/>
              <a:t>边归一化</a:t>
            </a:r>
            <a:r>
              <a:rPr lang="en-US" altLang="en-US"/>
              <a:t>→</a:t>
            </a:r>
            <a:r>
              <a:rPr lang="zh-CN" altLang="en-US"/>
              <a:t>标签转换</a:t>
            </a:r>
            <a:endParaRPr lang="zh-CN" altLang="en-US"/>
          </a:p>
        </p:txBody>
      </p:sp>
      <p:sp>
        <p:nvSpPr>
          <p:cNvPr id="7" name="矩形 6"/>
          <p:cNvSpPr/>
          <p:nvPr/>
        </p:nvSpPr>
        <p:spPr>
          <a:xfrm>
            <a:off x="3433445" y="2315845"/>
            <a:ext cx="6301105" cy="18288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 name="矩形 7"/>
          <p:cNvSpPr/>
          <p:nvPr/>
        </p:nvSpPr>
        <p:spPr>
          <a:xfrm>
            <a:off x="3415030" y="2672715"/>
            <a:ext cx="4872355" cy="2957830"/>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9" name="文本框 8"/>
          <p:cNvSpPr txBox="1"/>
          <p:nvPr/>
        </p:nvSpPr>
        <p:spPr>
          <a:xfrm>
            <a:off x="8063865" y="2993390"/>
            <a:ext cx="4064000" cy="368300"/>
          </a:xfrm>
          <a:prstGeom prst="rect">
            <a:avLst/>
          </a:prstGeom>
          <a:noFill/>
        </p:spPr>
        <p:txBody>
          <a:bodyPr wrap="square" rtlCol="0">
            <a:spAutoFit/>
          </a:bodyPr>
          <a:p>
            <a:r>
              <a:rPr lang="en-US" altLang="zh-CN">
                <a:solidFill>
                  <a:schemeClr val="bg1"/>
                </a:solidFill>
              </a:rPr>
              <a:t>BFS</a:t>
            </a:r>
            <a:r>
              <a:rPr lang="zh-CN" altLang="en-US">
                <a:solidFill>
                  <a:schemeClr val="bg1"/>
                </a:solidFill>
              </a:rPr>
              <a:t>剪枝</a:t>
            </a:r>
            <a:endParaRPr lang="zh-CN" altLang="en-US">
              <a:solidFill>
                <a:schemeClr val="bg1"/>
              </a:solidFill>
            </a:endParaRPr>
          </a:p>
        </p:txBody>
      </p:sp>
      <p:sp>
        <p:nvSpPr>
          <p:cNvPr id="10" name="文本框 9"/>
          <p:cNvSpPr txBox="1"/>
          <p:nvPr/>
        </p:nvSpPr>
        <p:spPr>
          <a:xfrm>
            <a:off x="7014845" y="5071110"/>
            <a:ext cx="4064000" cy="368300"/>
          </a:xfrm>
          <a:prstGeom prst="rect">
            <a:avLst/>
          </a:prstGeom>
          <a:noFill/>
        </p:spPr>
        <p:txBody>
          <a:bodyPr wrap="square" rtlCol="0">
            <a:spAutoFit/>
          </a:bodyPr>
          <a:p>
            <a:r>
              <a:rPr lang="zh-CN" altLang="en-US">
                <a:solidFill>
                  <a:schemeClr val="accent2"/>
                </a:solidFill>
              </a:rPr>
              <a:t>节点重编号</a:t>
            </a:r>
            <a:endParaRPr lang="zh-CN" altLang="en-US">
              <a:solidFill>
                <a:schemeClr val="accent2"/>
              </a:solidFill>
            </a:endParaRPr>
          </a:p>
        </p:txBody>
      </p:sp>
      <p:sp>
        <p:nvSpPr>
          <p:cNvPr id="11" name="文本框 10"/>
          <p:cNvSpPr txBox="1"/>
          <p:nvPr/>
        </p:nvSpPr>
        <p:spPr>
          <a:xfrm>
            <a:off x="8608695" y="5630545"/>
            <a:ext cx="4064000" cy="368300"/>
          </a:xfrm>
          <a:prstGeom prst="rect">
            <a:avLst/>
          </a:prstGeom>
          <a:noFill/>
        </p:spPr>
        <p:txBody>
          <a:bodyPr wrap="square" rtlCol="0">
            <a:spAutoFit/>
          </a:bodyPr>
          <a:p>
            <a:r>
              <a:rPr lang="zh-CN" altLang="en-US">
                <a:solidFill>
                  <a:schemeClr val="accent2"/>
                </a:solidFill>
              </a:rPr>
              <a:t>边归一化</a:t>
            </a:r>
            <a:endParaRPr lang="zh-CN" altLang="en-US">
              <a:solidFill>
                <a:schemeClr val="accent2"/>
              </a:solidFill>
            </a:endParaRPr>
          </a:p>
        </p:txBody>
      </p:sp>
      <p:sp>
        <p:nvSpPr>
          <p:cNvPr id="12" name="文本框 11"/>
          <p:cNvSpPr txBox="1"/>
          <p:nvPr/>
        </p:nvSpPr>
        <p:spPr>
          <a:xfrm>
            <a:off x="8407400" y="5032375"/>
            <a:ext cx="5254625" cy="645160"/>
          </a:xfrm>
          <a:prstGeom prst="rect">
            <a:avLst/>
          </a:prstGeom>
          <a:noFill/>
        </p:spPr>
        <p:txBody>
          <a:bodyPr wrap="square" rtlCol="0">
            <a:spAutoFit/>
          </a:bodyPr>
          <a:p>
            <a:r>
              <a:rPr lang="zh-CN" altLang="en-US">
                <a:solidFill>
                  <a:schemeClr val="accent4"/>
                </a:solidFill>
              </a:rPr>
              <a:t>按目标节点</a:t>
            </a:r>
            <a:r>
              <a:rPr lang="en-US" altLang="zh-CN">
                <a:solidFill>
                  <a:schemeClr val="accent4"/>
                </a:solidFill>
              </a:rPr>
              <a:t>+</a:t>
            </a:r>
            <a:r>
              <a:rPr lang="zh-CN" altLang="en-US">
                <a:solidFill>
                  <a:schemeClr val="accent4"/>
                </a:solidFill>
              </a:rPr>
              <a:t>边类型分组，计算度数；</a:t>
            </a:r>
            <a:endParaRPr lang="zh-CN" altLang="en-US">
              <a:solidFill>
                <a:schemeClr val="accent4"/>
              </a:solidFill>
            </a:endParaRPr>
          </a:p>
          <a:p>
            <a:r>
              <a:rPr lang="en-US" altLang="zh-CN">
                <a:solidFill>
                  <a:schemeClr val="accent4"/>
                </a:solidFill>
              </a:rPr>
              <a:t> </a:t>
            </a:r>
            <a:r>
              <a:rPr lang="zh-CN" altLang="en-US">
                <a:solidFill>
                  <a:schemeClr val="accent4"/>
                </a:solidFill>
              </a:rPr>
              <a:t>归一化因子</a:t>
            </a:r>
            <a:r>
              <a:rPr lang="en-US" altLang="zh-CN">
                <a:solidFill>
                  <a:schemeClr val="accent4"/>
                </a:solidFill>
              </a:rPr>
              <a:t> = 1 / </a:t>
            </a:r>
            <a:r>
              <a:rPr lang="zh-CN" altLang="en-US">
                <a:solidFill>
                  <a:schemeClr val="accent4"/>
                </a:solidFill>
              </a:rPr>
              <a:t>度数</a:t>
            </a:r>
            <a:endParaRPr lang="zh-CN" altLang="en-US">
              <a:solidFill>
                <a:schemeClr val="accent4"/>
              </a:solidFill>
            </a:endParaRPr>
          </a:p>
        </p:txBody>
      </p:sp>
      <p:sp>
        <p:nvSpPr>
          <p:cNvPr id="13" name="文本框 12"/>
          <p:cNvSpPr txBox="1"/>
          <p:nvPr/>
        </p:nvSpPr>
        <p:spPr>
          <a:xfrm>
            <a:off x="7115810" y="6280785"/>
            <a:ext cx="4064000" cy="368300"/>
          </a:xfrm>
          <a:prstGeom prst="rect">
            <a:avLst/>
          </a:prstGeom>
          <a:noFill/>
        </p:spPr>
        <p:txBody>
          <a:bodyPr wrap="square" rtlCol="0">
            <a:spAutoFit/>
          </a:bodyPr>
          <a:p>
            <a:r>
              <a:rPr lang="zh-CN" altLang="en-US">
                <a:solidFill>
                  <a:schemeClr val="accent2"/>
                </a:solidFill>
              </a:rPr>
              <a:t>标签格式转换</a:t>
            </a:r>
            <a:endParaRPr lang="zh-CN" altLang="en-US">
              <a:solidFill>
                <a:schemeClr val="accent2"/>
              </a:solidFill>
            </a:endParaRPr>
          </a:p>
        </p:txBody>
      </p:sp>
      <p:sp>
        <p:nvSpPr>
          <p:cNvPr id="14" name="文本框 13"/>
          <p:cNvSpPr txBox="1"/>
          <p:nvPr/>
        </p:nvSpPr>
        <p:spPr>
          <a:xfrm>
            <a:off x="7509510" y="135255"/>
            <a:ext cx="4064000" cy="368300"/>
          </a:xfrm>
          <a:prstGeom prst="rect">
            <a:avLst/>
          </a:prstGeom>
          <a:noFill/>
        </p:spPr>
        <p:txBody>
          <a:bodyPr wrap="square" rtlCol="0">
            <a:spAutoFit/>
          </a:bodyPr>
          <a:p>
            <a:r>
              <a:rPr lang="zh-CN" altLang="en-US">
                <a:solidFill>
                  <a:schemeClr val="accent2"/>
                </a:solidFill>
              </a:rPr>
              <a:t>异构图（节点</a:t>
            </a:r>
            <a:r>
              <a:rPr lang="en-US" altLang="zh-CN">
                <a:solidFill>
                  <a:schemeClr val="accent2"/>
                </a:solidFill>
              </a:rPr>
              <a:t> = </a:t>
            </a:r>
            <a:r>
              <a:rPr lang="zh-CN" altLang="en-US">
                <a:solidFill>
                  <a:schemeClr val="accent2"/>
                </a:solidFill>
              </a:rPr>
              <a:t>实体，边</a:t>
            </a:r>
            <a:r>
              <a:rPr lang="en-US" altLang="zh-CN">
                <a:solidFill>
                  <a:schemeClr val="accent2"/>
                </a:solidFill>
              </a:rPr>
              <a:t> = </a:t>
            </a:r>
            <a:r>
              <a:rPr lang="zh-CN" altLang="en-US">
                <a:solidFill>
                  <a:schemeClr val="accent2"/>
                </a:solidFill>
              </a:rPr>
              <a:t>关系）</a:t>
            </a:r>
            <a:endParaRPr lang="zh-CN" altLang="en-US">
              <a:solidFill>
                <a:schemeClr val="accent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RGCNLinkDataset</a:t>
            </a:r>
            <a:r>
              <a:rPr lang="zh-CN" altLang="en-US"/>
              <a:t>类（链接预测）</a:t>
            </a:r>
            <a:r>
              <a:rPr lang="zh-CN" altLang="en-US" sz="2665"/>
              <a:t>补全三元组</a:t>
            </a:r>
            <a:endParaRPr lang="zh-CN" altLang="en-US" sz="2665"/>
          </a:p>
        </p:txBody>
      </p:sp>
      <p:pic>
        <p:nvPicPr>
          <p:cNvPr id="4" name="内容占位符 3"/>
          <p:cNvPicPr>
            <a:picLocks noChangeAspect="1"/>
          </p:cNvPicPr>
          <p:nvPr>
            <p:ph idx="1"/>
          </p:nvPr>
        </p:nvPicPr>
        <p:blipFill>
          <a:blip r:embed="rId1"/>
          <a:stretch>
            <a:fillRect/>
          </a:stretch>
        </p:blipFill>
        <p:spPr>
          <a:xfrm>
            <a:off x="270510" y="1423035"/>
            <a:ext cx="4194175" cy="4351655"/>
          </a:xfrm>
          <a:prstGeom prst="rect">
            <a:avLst/>
          </a:prstGeom>
        </p:spPr>
      </p:pic>
      <p:pic>
        <p:nvPicPr>
          <p:cNvPr id="5" name="图片 4"/>
          <p:cNvPicPr>
            <a:picLocks noChangeAspect="1"/>
          </p:cNvPicPr>
          <p:nvPr/>
        </p:nvPicPr>
        <p:blipFill>
          <a:blip r:embed="rId2"/>
          <a:stretch>
            <a:fillRect/>
          </a:stretch>
        </p:blipFill>
        <p:spPr>
          <a:xfrm>
            <a:off x="4197985" y="1365885"/>
            <a:ext cx="7019925" cy="5372100"/>
          </a:xfrm>
          <a:prstGeom prst="rect">
            <a:avLst/>
          </a:prstGeom>
        </p:spPr>
      </p:pic>
      <p:sp>
        <p:nvSpPr>
          <p:cNvPr id="6" name="矩形 5"/>
          <p:cNvSpPr/>
          <p:nvPr/>
        </p:nvSpPr>
        <p:spPr>
          <a:xfrm>
            <a:off x="4730750" y="4770120"/>
            <a:ext cx="3260090" cy="31115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文本框 6"/>
          <p:cNvSpPr txBox="1"/>
          <p:nvPr/>
        </p:nvSpPr>
        <p:spPr>
          <a:xfrm>
            <a:off x="8128000" y="4712970"/>
            <a:ext cx="4064000" cy="368300"/>
          </a:xfrm>
          <a:prstGeom prst="rect">
            <a:avLst/>
          </a:prstGeom>
          <a:noFill/>
        </p:spPr>
        <p:txBody>
          <a:bodyPr wrap="square" rtlCol="0">
            <a:spAutoFit/>
          </a:bodyPr>
          <a:p>
            <a:r>
              <a:rPr lang="zh-CN" altLang="en-US">
                <a:solidFill>
                  <a:schemeClr val="accent2"/>
                </a:solidFill>
              </a:rPr>
              <a:t>文本实体</a:t>
            </a:r>
            <a:r>
              <a:rPr lang="en-US" altLang="zh-CN">
                <a:solidFill>
                  <a:schemeClr val="accent2"/>
                </a:solidFill>
              </a:rPr>
              <a:t>/</a:t>
            </a:r>
            <a:r>
              <a:rPr lang="zh-CN" altLang="en-US">
                <a:solidFill>
                  <a:schemeClr val="accent2"/>
                </a:solidFill>
              </a:rPr>
              <a:t>关系</a:t>
            </a:r>
            <a:r>
              <a:rPr lang="en-US" altLang="zh-CN">
                <a:solidFill>
                  <a:schemeClr val="accent2"/>
                </a:solidFill>
              </a:rPr>
              <a:t> </a:t>
            </a:r>
            <a:r>
              <a:rPr lang="en-US" altLang="en-US">
                <a:solidFill>
                  <a:schemeClr val="accent2"/>
                </a:solidFill>
              </a:rPr>
              <a:t>→</a:t>
            </a:r>
            <a:r>
              <a:rPr lang="en-US" altLang="zh-CN">
                <a:solidFill>
                  <a:schemeClr val="accent2"/>
                </a:solidFill>
              </a:rPr>
              <a:t> </a:t>
            </a:r>
            <a:r>
              <a:rPr lang="zh-CN" altLang="en-US">
                <a:solidFill>
                  <a:schemeClr val="accent2"/>
                </a:solidFill>
              </a:rPr>
              <a:t>唯一数字</a:t>
            </a:r>
            <a:r>
              <a:rPr lang="en-US" altLang="zh-CN">
                <a:solidFill>
                  <a:schemeClr val="accent2"/>
                </a:solidFill>
              </a:rPr>
              <a:t>ID</a:t>
            </a:r>
            <a:endParaRPr lang="en-US" altLang="zh-CN">
              <a:solidFill>
                <a:schemeClr val="accent2"/>
              </a:solidFill>
            </a:endParaRPr>
          </a:p>
        </p:txBody>
      </p:sp>
      <p:sp>
        <p:nvSpPr>
          <p:cNvPr id="8" name="文本框 7"/>
          <p:cNvSpPr txBox="1"/>
          <p:nvPr/>
        </p:nvSpPr>
        <p:spPr>
          <a:xfrm>
            <a:off x="897255" y="5646420"/>
            <a:ext cx="4064000" cy="645160"/>
          </a:xfrm>
          <a:prstGeom prst="rect">
            <a:avLst/>
          </a:prstGeom>
          <a:noFill/>
        </p:spPr>
        <p:txBody>
          <a:bodyPr wrap="square" rtlCol="0">
            <a:spAutoFit/>
          </a:bodyPr>
          <a:p>
            <a:r>
              <a:rPr lang="zh-CN" altLang="en-US">
                <a:solidFill>
                  <a:schemeClr val="accent2"/>
                </a:solidFill>
              </a:rPr>
              <a:t>读取三元组：将文本三元组转为</a:t>
            </a:r>
            <a:r>
              <a:rPr lang="en-US" altLang="zh-CN">
                <a:solidFill>
                  <a:schemeClr val="accent2"/>
                </a:solidFill>
              </a:rPr>
              <a:t> (</a:t>
            </a:r>
            <a:r>
              <a:rPr lang="zh-CN" altLang="en-US">
                <a:solidFill>
                  <a:schemeClr val="accent2"/>
                </a:solidFill>
              </a:rPr>
              <a:t>源节点</a:t>
            </a:r>
            <a:r>
              <a:rPr lang="en-US" altLang="zh-CN">
                <a:solidFill>
                  <a:schemeClr val="accent2"/>
                </a:solidFill>
              </a:rPr>
              <a:t>ID, </a:t>
            </a:r>
            <a:r>
              <a:rPr lang="zh-CN" altLang="en-US">
                <a:solidFill>
                  <a:schemeClr val="accent2"/>
                </a:solidFill>
              </a:rPr>
              <a:t>关系</a:t>
            </a:r>
            <a:r>
              <a:rPr lang="en-US" altLang="zh-CN">
                <a:solidFill>
                  <a:schemeClr val="accent2"/>
                </a:solidFill>
              </a:rPr>
              <a:t>ID, </a:t>
            </a:r>
            <a:r>
              <a:rPr lang="zh-CN" altLang="en-US">
                <a:solidFill>
                  <a:schemeClr val="accent2"/>
                </a:solidFill>
              </a:rPr>
              <a:t>目标节点</a:t>
            </a:r>
            <a:r>
              <a:rPr lang="en-US" altLang="zh-CN">
                <a:solidFill>
                  <a:schemeClr val="accent2"/>
                </a:solidFill>
              </a:rPr>
              <a:t>ID)</a:t>
            </a:r>
            <a:endParaRPr lang="en-US" altLang="zh-CN">
              <a:solidFill>
                <a:schemeClr val="accent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layers.py</a:t>
            </a:r>
            <a:endParaRPr lang="en-US" altLang="zh-CN"/>
          </a:p>
        </p:txBody>
      </p:sp>
      <p:sp>
        <p:nvSpPr>
          <p:cNvPr id="3" name="内容占位符 2"/>
          <p:cNvSpPr>
            <a:spLocks noGrp="1"/>
          </p:cNvSpPr>
          <p:nvPr>
            <p:ph idx="1"/>
          </p:nvPr>
        </p:nvSpPr>
        <p:spPr/>
        <p:txBody>
          <a:bodyPr>
            <a:normAutofit/>
          </a:bodyPr>
          <a:p>
            <a:r>
              <a:rPr lang="en-US" altLang="zh-CN"/>
              <a:t>DGL </a:t>
            </a:r>
            <a:r>
              <a:rPr lang="zh-CN" altLang="en-US"/>
              <a:t>所有图卷积都遵循三步：</a:t>
            </a:r>
            <a:endParaRPr lang="zh-CN" altLang="en-US"/>
          </a:p>
          <a:p>
            <a:pPr marL="457200" lvl="1" indent="0">
              <a:buNone/>
            </a:pPr>
            <a:r>
              <a:rPr lang="en-US" altLang="zh-CN"/>
              <a:t>1. </a:t>
            </a:r>
            <a:r>
              <a:rPr lang="zh-CN" altLang="en-US"/>
              <a:t>消息函数（</a:t>
            </a:r>
            <a:r>
              <a:rPr lang="en-US" altLang="zh-CN"/>
              <a:t>msg_func</a:t>
            </a:r>
            <a:r>
              <a:rPr lang="zh-CN" altLang="en-US"/>
              <a:t>）：源节点向目标节点发送消息；</a:t>
            </a:r>
            <a:endParaRPr lang="en-US" altLang="zh-CN"/>
          </a:p>
          <a:p>
            <a:pPr marL="457200" lvl="1" indent="0">
              <a:buNone/>
            </a:pPr>
            <a:r>
              <a:rPr lang="en-US" altLang="zh-CN"/>
              <a:t>2. </a:t>
            </a:r>
            <a:r>
              <a:rPr lang="zh-CN" altLang="en-US"/>
              <a:t>聚合函数（</a:t>
            </a:r>
            <a:r>
              <a:rPr lang="en-US" altLang="zh-CN"/>
              <a:t>fn.sum</a:t>
            </a:r>
            <a:r>
              <a:rPr lang="zh-CN" altLang="en-US"/>
              <a:t>）：目标节点把收到的所有消息求和；</a:t>
            </a:r>
            <a:endParaRPr lang="en-US" altLang="zh-CN"/>
          </a:p>
          <a:p>
            <a:pPr marL="457200" lvl="1" indent="0">
              <a:buNone/>
            </a:pPr>
            <a:r>
              <a:rPr lang="en-US" altLang="zh-CN"/>
              <a:t>3. </a:t>
            </a:r>
            <a:r>
              <a:rPr lang="zh-CN" altLang="en-US"/>
              <a:t>更新函数（</a:t>
            </a:r>
            <a:r>
              <a:rPr lang="en-US" altLang="zh-CN"/>
              <a:t>apply_func</a:t>
            </a:r>
            <a:r>
              <a:rPr lang="zh-CN" altLang="en-US"/>
              <a:t>）：用聚合后的消息更新目标节点特征。</a:t>
            </a:r>
            <a:endParaRPr lang="zh-CN" altLang="en-US"/>
          </a:p>
          <a:p>
            <a:pPr marL="457200" lvl="1" indent="0">
              <a:buNone/>
            </a:pPr>
            <a:endParaRPr lang="zh-CN" altLang="en-US"/>
          </a:p>
          <a:p>
            <a:pPr marL="457200" lvl="1" indent="0">
              <a:buNone/>
            </a:pPr>
            <a:r>
              <a:rPr lang="zh-CN" altLang="en-US"/>
              <a:t>代码里的通用机制</a:t>
            </a:r>
            <a:endParaRPr lang="zh-CN" altLang="en-US"/>
          </a:p>
          <a:p>
            <a:pPr marL="457200" lvl="1" indent="0">
              <a:buNone/>
            </a:pPr>
            <a:r>
              <a:rPr lang="en-US" altLang="zh-CN"/>
              <a:t>self_loop</a:t>
            </a:r>
            <a:r>
              <a:rPr lang="zh-CN" altLang="en-US"/>
              <a:t>（自环）：节点保留自身特征，防止梯度消失；</a:t>
            </a:r>
            <a:endParaRPr lang="en-US" altLang="zh-CN"/>
          </a:p>
          <a:p>
            <a:pPr marL="457200" lvl="1" indent="0">
              <a:buNone/>
            </a:pPr>
            <a:r>
              <a:rPr lang="en-US" altLang="zh-CN"/>
              <a:t>skip_connect</a:t>
            </a:r>
            <a:r>
              <a:rPr lang="zh-CN" altLang="en-US"/>
              <a:t>（残差连接）：跨层传递特征，深度网络不退化；</a:t>
            </a:r>
            <a:endParaRPr lang="en-US" altLang="zh-CN"/>
          </a:p>
          <a:p>
            <a:pPr marL="457200" lvl="1" indent="0">
              <a:buNone/>
            </a:pPr>
            <a:r>
              <a:rPr lang="en-US" altLang="zh-CN"/>
              <a:t>norm</a:t>
            </a:r>
            <a:r>
              <a:rPr lang="zh-CN" altLang="en-US"/>
              <a:t>（归一化）：数据集里的边归一化因子，平衡节点度数；</a:t>
            </a:r>
            <a:endParaRPr lang="en-US" altLang="zh-CN"/>
          </a:p>
          <a:p>
            <a:pPr marL="457200" lvl="1" indent="0">
              <a:buNone/>
            </a:pPr>
            <a:r>
              <a:rPr lang="en-US" altLang="zh-CN"/>
              <a:t>xavier_uniform</a:t>
            </a:r>
            <a:r>
              <a:rPr lang="zh-CN" altLang="en-US"/>
              <a:t>：权重初始化，保证神经网络训练稳定。</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layers.py</a:t>
            </a:r>
            <a:endParaRPr lang="en-US" altLang="zh-CN"/>
          </a:p>
        </p:txBody>
      </p:sp>
      <p:sp>
        <p:nvSpPr>
          <p:cNvPr id="3" name="内容占位符 2"/>
          <p:cNvSpPr>
            <a:spLocks noGrp="1"/>
          </p:cNvSpPr>
          <p:nvPr>
            <p:ph idx="1"/>
          </p:nvPr>
        </p:nvSpPr>
        <p:spPr/>
        <p:txBody>
          <a:bodyPr>
            <a:normAutofit lnSpcReduction="10000"/>
          </a:bodyPr>
          <a:p>
            <a:r>
              <a:rPr lang="en-US" altLang="zh-CN"/>
              <a:t>RGCNBasisLayer</a:t>
            </a:r>
            <a:r>
              <a:rPr lang="zh-CN" altLang="en-US"/>
              <a:t>（经典</a:t>
            </a:r>
            <a:r>
              <a:rPr lang="en-US" altLang="zh-CN"/>
              <a:t>RGCN</a:t>
            </a:r>
            <a:r>
              <a:rPr lang="zh-CN" altLang="en-US"/>
              <a:t>：</a:t>
            </a:r>
            <a:r>
              <a:rPr lang="en-US" altLang="zh-CN"/>
              <a:t>Basis</a:t>
            </a:r>
            <a:r>
              <a:rPr lang="zh-CN" altLang="en-US"/>
              <a:t>参数共享</a:t>
            </a:r>
            <a:r>
              <a:rPr lang="en-US" altLang="zh-CN"/>
              <a:t> </a:t>
            </a:r>
            <a:r>
              <a:rPr lang="en-US" altLang="en-US"/>
              <a:t>→</a:t>
            </a:r>
            <a:r>
              <a:rPr lang="en-US" altLang="zh-CN"/>
              <a:t> </a:t>
            </a:r>
            <a:r>
              <a:rPr lang="zh-CN" altLang="en-US"/>
              <a:t>实体分类）</a:t>
            </a:r>
            <a:endParaRPr lang="zh-CN" altLang="en-US"/>
          </a:p>
          <a:p>
            <a:r>
              <a:rPr lang="en-US" altLang="zh-CN"/>
              <a:t>RGCNBlockLayer</a:t>
            </a:r>
            <a:r>
              <a:rPr lang="zh-CN" altLang="en-US"/>
              <a:t>（</a:t>
            </a:r>
            <a:r>
              <a:rPr lang="en-US" altLang="zh-CN"/>
              <a:t>RGCN</a:t>
            </a:r>
            <a:r>
              <a:rPr lang="zh-CN" altLang="en-US"/>
              <a:t>变体：</a:t>
            </a:r>
            <a:r>
              <a:rPr lang="en-US" altLang="zh-CN"/>
              <a:t>Block</a:t>
            </a:r>
            <a:r>
              <a:rPr lang="zh-CN" altLang="en-US"/>
              <a:t>参数共享</a:t>
            </a:r>
            <a:r>
              <a:rPr lang="en-US" altLang="zh-CN"/>
              <a:t> </a:t>
            </a:r>
            <a:r>
              <a:rPr lang="en-US" altLang="en-US"/>
              <a:t>→</a:t>
            </a:r>
            <a:r>
              <a:rPr lang="en-US" altLang="zh-CN"/>
              <a:t> </a:t>
            </a:r>
            <a:r>
              <a:rPr lang="zh-CN" altLang="en-US"/>
              <a:t>大规模图）</a:t>
            </a:r>
            <a:endParaRPr lang="zh-CN" altLang="en-US"/>
          </a:p>
          <a:p>
            <a:r>
              <a:rPr lang="en-US" altLang="zh-CN"/>
              <a:t>UnionRGCNLayer</a:t>
            </a:r>
            <a:r>
              <a:rPr lang="zh-CN" altLang="en-US"/>
              <a:t>（改进</a:t>
            </a:r>
            <a:r>
              <a:rPr lang="en-US" altLang="zh-CN"/>
              <a:t>RGCN</a:t>
            </a:r>
            <a:r>
              <a:rPr lang="zh-CN" altLang="en-US"/>
              <a:t>：融合关系嵌入</a:t>
            </a:r>
            <a:r>
              <a:rPr lang="en-US" altLang="zh-CN"/>
              <a:t> </a:t>
            </a:r>
            <a:r>
              <a:rPr lang="en-US" altLang="en-US"/>
              <a:t>→</a:t>
            </a:r>
            <a:r>
              <a:rPr lang="en-US" altLang="zh-CN"/>
              <a:t> </a:t>
            </a:r>
            <a:r>
              <a:rPr lang="zh-CN" altLang="en-US"/>
              <a:t>链接预测）</a:t>
            </a:r>
            <a:endParaRPr lang="zh-CN" altLang="en-US"/>
          </a:p>
          <a:p>
            <a:endParaRPr lang="zh-CN" altLang="en-US"/>
          </a:p>
          <a:p>
            <a:endParaRPr lang="zh-CN" altLang="en-US"/>
          </a:p>
          <a:p>
            <a:endParaRPr lang="zh-CN" altLang="en-US"/>
          </a:p>
          <a:p>
            <a:endParaRPr lang="zh-CN" altLang="en-US"/>
          </a:p>
          <a:p>
            <a:r>
              <a:rPr lang="zh-CN" altLang="en-US"/>
              <a:t>初始化参数</a:t>
            </a:r>
            <a:r>
              <a:rPr lang="en-US" altLang="zh-CN"/>
              <a:t> </a:t>
            </a:r>
            <a:r>
              <a:rPr lang="en-US" altLang="en-US"/>
              <a:t>→</a:t>
            </a:r>
            <a:r>
              <a:rPr lang="en-US" altLang="zh-CN"/>
              <a:t> </a:t>
            </a:r>
            <a:r>
              <a:rPr lang="zh-CN" altLang="en-US"/>
              <a:t>计算自环</a:t>
            </a:r>
            <a:r>
              <a:rPr lang="en-US" altLang="zh-CN"/>
              <a:t>/</a:t>
            </a:r>
            <a:r>
              <a:rPr lang="zh-CN" altLang="en-US"/>
              <a:t>残差</a:t>
            </a:r>
            <a:r>
              <a:rPr lang="en-US" altLang="zh-CN"/>
              <a:t> </a:t>
            </a:r>
            <a:r>
              <a:rPr lang="en-US" altLang="en-US"/>
              <a:t>→</a:t>
            </a:r>
            <a:r>
              <a:rPr lang="en-US" altLang="zh-CN"/>
              <a:t> </a:t>
            </a:r>
            <a:r>
              <a:rPr lang="zh-CN" altLang="en-US"/>
              <a:t>消息传递（关系卷积）</a:t>
            </a:r>
            <a:r>
              <a:rPr lang="en-US" altLang="en-US"/>
              <a:t>→</a:t>
            </a:r>
            <a:r>
              <a:rPr lang="en-US" altLang="zh-CN"/>
              <a:t> </a:t>
            </a:r>
            <a:r>
              <a:rPr lang="zh-CN" altLang="en-US"/>
              <a:t>聚合消息</a:t>
            </a:r>
            <a:r>
              <a:rPr lang="en-US" altLang="zh-CN"/>
              <a:t> </a:t>
            </a:r>
            <a:r>
              <a:rPr lang="en-US" altLang="en-US"/>
              <a:t>→</a:t>
            </a:r>
            <a:r>
              <a:rPr lang="en-US" altLang="zh-CN"/>
              <a:t> </a:t>
            </a:r>
            <a:r>
              <a:rPr lang="zh-CN" altLang="en-US"/>
              <a:t>更新节点特征</a:t>
            </a:r>
            <a:r>
              <a:rPr lang="en-US" altLang="zh-CN"/>
              <a:t> </a:t>
            </a:r>
            <a:r>
              <a:rPr lang="en-US" altLang="en-US"/>
              <a:t>→</a:t>
            </a:r>
            <a:r>
              <a:rPr lang="en-US" altLang="zh-CN"/>
              <a:t> </a:t>
            </a:r>
            <a:r>
              <a:rPr lang="zh-CN" altLang="en-US"/>
              <a:t>输出结果</a:t>
            </a:r>
            <a:endParaRPr lang="zh-CN" altLang="en-US"/>
          </a:p>
        </p:txBody>
      </p:sp>
      <p:pic>
        <p:nvPicPr>
          <p:cNvPr id="4" name="图片 3"/>
          <p:cNvPicPr>
            <a:picLocks noChangeAspect="1"/>
          </p:cNvPicPr>
          <p:nvPr/>
        </p:nvPicPr>
        <p:blipFill>
          <a:blip r:embed="rId1"/>
          <a:stretch>
            <a:fillRect/>
          </a:stretch>
        </p:blipFill>
        <p:spPr>
          <a:xfrm>
            <a:off x="992505" y="3429000"/>
            <a:ext cx="7734300" cy="1647825"/>
          </a:xfrm>
          <a:prstGeom prst="rect">
            <a:avLst/>
          </a:prstGeom>
        </p:spPr>
      </p:pic>
      <p:pic>
        <p:nvPicPr>
          <p:cNvPr id="18" name="Picture 18"/>
          <p:cNvPicPr>
            <a:picLocks noChangeAspect="1"/>
          </p:cNvPicPr>
          <p:nvPr/>
        </p:nvPicPr>
        <p:blipFill>
          <a:blip r:embed="rId2"/>
          <a:srcRect/>
          <a:stretch>
            <a:fillRect/>
          </a:stretch>
        </p:blipFill>
        <p:spPr>
          <a:xfrm>
            <a:off x="7985760" y="295275"/>
            <a:ext cx="2356485" cy="1325245"/>
          </a:xfrm>
          <a:prstGeom prst="roundRect">
            <a:avLst>
              <a:gd name="adj" fmla="val 3174"/>
            </a:avLst>
          </a:prstGeom>
          <a:noFill/>
          <a:ln w="25400" cap="flat" cmpd="sng">
            <a:noFill/>
            <a:prstDash val="solid"/>
            <a:round/>
          </a:ln>
        </p:spPr>
      </p:pic>
      <p:pic>
        <p:nvPicPr>
          <p:cNvPr id="14" name="Picture 14"/>
          <p:cNvPicPr>
            <a:picLocks noChangeAspect="1"/>
          </p:cNvPicPr>
          <p:nvPr/>
        </p:nvPicPr>
        <p:blipFill>
          <a:blip r:embed="rId3"/>
          <a:srcRect/>
          <a:stretch>
            <a:fillRect/>
          </a:stretch>
        </p:blipFill>
        <p:spPr>
          <a:xfrm>
            <a:off x="10191115" y="1825625"/>
            <a:ext cx="1748155" cy="983615"/>
          </a:xfrm>
          <a:prstGeom prst="roundRect">
            <a:avLst>
              <a:gd name="adj" fmla="val 6349"/>
            </a:avLst>
          </a:prstGeom>
          <a:noFill/>
          <a:ln w="25400" cap="flat" cmpd="sng">
            <a:solidFill>
              <a:srgbClr val="00BFFF">
                <a:alpha val="100000"/>
              </a:srgbClr>
            </a:solidFill>
            <a:prstDash val="solid"/>
            <a:round/>
          </a:ln>
          <a:effectLst>
            <a:outerShdw blurRad="190500" dir="2700000" algn="tl" rotWithShape="0">
              <a:srgbClr val="00BFFF">
                <a:alpha val="40000"/>
              </a:srgbClr>
            </a:outerShdw>
          </a:effectLst>
        </p:spPr>
      </p:pic>
      <p:pic>
        <p:nvPicPr>
          <p:cNvPr id="11" name="Picture 11"/>
          <p:cNvPicPr>
            <a:picLocks noChangeAspect="1"/>
          </p:cNvPicPr>
          <p:nvPr/>
        </p:nvPicPr>
        <p:blipFill>
          <a:blip r:embed="rId4"/>
          <a:srcRect/>
          <a:stretch>
            <a:fillRect/>
          </a:stretch>
        </p:blipFill>
        <p:spPr>
          <a:xfrm>
            <a:off x="8726805" y="3308350"/>
            <a:ext cx="2712085" cy="1525270"/>
          </a:xfrm>
          <a:prstGeom prst="roundRect">
            <a:avLst>
              <a:gd name="adj" fmla="val 5925"/>
            </a:avLst>
          </a:prstGeom>
          <a:noFill/>
          <a:ln w="25400" cap="flat" cmpd="sng">
            <a:noFill/>
            <a:prstDash val="solid"/>
            <a:round/>
          </a:ln>
        </p:spPr>
      </p:pic>
      <p:sp>
        <p:nvSpPr>
          <p:cNvPr id="5" name="文本框 4"/>
          <p:cNvSpPr txBox="1"/>
          <p:nvPr/>
        </p:nvSpPr>
        <p:spPr>
          <a:xfrm>
            <a:off x="4618990" y="1583055"/>
            <a:ext cx="4064000" cy="368300"/>
          </a:xfrm>
          <a:prstGeom prst="rect">
            <a:avLst/>
          </a:prstGeom>
          <a:noFill/>
        </p:spPr>
        <p:txBody>
          <a:bodyPr wrap="square" rtlCol="0">
            <a:spAutoFit/>
          </a:bodyPr>
          <a:p>
            <a:r>
              <a:rPr lang="zh-CN" altLang="en-US"/>
              <a:t>线性组合</a:t>
            </a:r>
            <a:r>
              <a:rPr lang="zh-CN" altLang="en-US"/>
              <a:t>生成权重</a:t>
            </a:r>
            <a:endParaRPr lang="zh-CN" altLang="en-US"/>
          </a:p>
        </p:txBody>
      </p:sp>
      <p:sp>
        <p:nvSpPr>
          <p:cNvPr id="6" name="文本框 5"/>
          <p:cNvSpPr txBox="1"/>
          <p:nvPr/>
        </p:nvSpPr>
        <p:spPr>
          <a:xfrm>
            <a:off x="0" y="2581275"/>
            <a:ext cx="4064000" cy="368300"/>
          </a:xfrm>
          <a:prstGeom prst="rect">
            <a:avLst/>
          </a:prstGeom>
          <a:noFill/>
        </p:spPr>
        <p:txBody>
          <a:bodyPr wrap="square" rtlCol="0">
            <a:spAutoFit/>
          </a:bodyPr>
          <a:p>
            <a:r>
              <a:rPr lang="zh-CN" altLang="en-US"/>
              <a:t>矩阵分块</a:t>
            </a:r>
            <a:r>
              <a:rPr lang="zh-CN" altLang="en-US"/>
              <a:t>重构</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关键代码</a:t>
            </a:r>
            <a:endParaRPr lang="zh-CN" altLang="en-US"/>
          </a:p>
        </p:txBody>
      </p:sp>
      <p:pic>
        <p:nvPicPr>
          <p:cNvPr id="4" name="内容占位符 3"/>
          <p:cNvPicPr>
            <a:picLocks noChangeAspect="1"/>
          </p:cNvPicPr>
          <p:nvPr>
            <p:ph idx="1"/>
          </p:nvPr>
        </p:nvPicPr>
        <p:blipFill>
          <a:blip r:embed="rId1"/>
          <a:stretch>
            <a:fillRect/>
          </a:stretch>
        </p:blipFill>
        <p:spPr>
          <a:xfrm>
            <a:off x="838200" y="1691005"/>
            <a:ext cx="4050030" cy="4351655"/>
          </a:xfrm>
          <a:prstGeom prst="rect">
            <a:avLst/>
          </a:prstGeom>
        </p:spPr>
      </p:pic>
      <p:sp>
        <p:nvSpPr>
          <p:cNvPr id="5" name="文本框 4"/>
          <p:cNvSpPr txBox="1"/>
          <p:nvPr/>
        </p:nvSpPr>
        <p:spPr>
          <a:xfrm>
            <a:off x="4464685" y="813435"/>
            <a:ext cx="6573520" cy="368300"/>
          </a:xfrm>
          <a:prstGeom prst="rect">
            <a:avLst/>
          </a:prstGeom>
          <a:noFill/>
        </p:spPr>
        <p:txBody>
          <a:bodyPr wrap="square" rtlCol="0">
            <a:spAutoFit/>
          </a:bodyPr>
          <a:p>
            <a:r>
              <a:rPr lang="zh-CN" altLang="en-US"/>
              <a:t>这个函数负责把一个</a:t>
            </a:r>
            <a:r>
              <a:rPr lang="en-US" altLang="zh-CN"/>
              <a:t> snapshot </a:t>
            </a:r>
            <a:r>
              <a:rPr lang="zh-CN" altLang="en-US"/>
              <a:t>的三元组转成</a:t>
            </a:r>
            <a:r>
              <a:rPr lang="en-US" altLang="zh-CN"/>
              <a:t> DGL </a:t>
            </a:r>
            <a:r>
              <a:rPr lang="zh-CN" altLang="en-US"/>
              <a:t>图</a:t>
            </a:r>
            <a:endParaRPr lang="zh-CN" altLang="en-US"/>
          </a:p>
        </p:txBody>
      </p:sp>
      <p:sp>
        <p:nvSpPr>
          <p:cNvPr id="6" name="文本框 5"/>
          <p:cNvSpPr txBox="1"/>
          <p:nvPr/>
        </p:nvSpPr>
        <p:spPr>
          <a:xfrm>
            <a:off x="5793105" y="2031365"/>
            <a:ext cx="5382260" cy="1198880"/>
          </a:xfrm>
          <a:prstGeom prst="rect">
            <a:avLst/>
          </a:prstGeom>
          <a:noFill/>
        </p:spPr>
        <p:txBody>
          <a:bodyPr wrap="square" rtlCol="0">
            <a:spAutoFit/>
          </a:bodyPr>
          <a:p>
            <a:r>
              <a:rPr lang="en-US" altLang="zh-CN"/>
              <a:t>- </a:t>
            </a:r>
            <a:r>
              <a:rPr lang="zh-CN" altLang="en-US"/>
              <a:t>给每个三元组补一条逆边</a:t>
            </a:r>
            <a:endParaRPr lang="zh-CN" altLang="en-US"/>
          </a:p>
          <a:p>
            <a:r>
              <a:rPr lang="en-US" altLang="zh-CN"/>
              <a:t>- </a:t>
            </a:r>
            <a:r>
              <a:rPr lang="zh-CN" altLang="en-US"/>
              <a:t>给图中每个点计算入度归一化系数</a:t>
            </a:r>
            <a:endParaRPr lang="zh-CN" altLang="en-US"/>
          </a:p>
          <a:p>
            <a:r>
              <a:rPr lang="en-US" altLang="zh-CN"/>
              <a:t>- </a:t>
            </a:r>
            <a:r>
              <a:rPr lang="zh-CN" altLang="en-US"/>
              <a:t>把关系类型存到</a:t>
            </a:r>
            <a:r>
              <a:rPr lang="en-US" altLang="zh-CN"/>
              <a:t> edata['type']</a:t>
            </a:r>
            <a:endParaRPr lang="en-US" altLang="zh-CN"/>
          </a:p>
          <a:p>
            <a:r>
              <a:rPr lang="en-US" altLang="zh-CN"/>
              <a:t>- </a:t>
            </a:r>
            <a:r>
              <a:rPr lang="zh-CN" altLang="en-US"/>
              <a:t>生成</a:t>
            </a:r>
            <a:r>
              <a:rPr lang="en-US" altLang="zh-CN"/>
              <a:t> r_to_e</a:t>
            </a:r>
            <a:r>
              <a:rPr lang="zh-CN" altLang="en-US"/>
              <a:t>，表示每个关系涉及哪些实体</a:t>
            </a:r>
            <a:endParaRPr lang="zh-CN" altLang="en-US"/>
          </a:p>
        </p:txBody>
      </p:sp>
      <mc:AlternateContent xmlns:mc="http://schemas.openxmlformats.org/markup-compatibility/2006" xmlns:p14="http://schemas.microsoft.com/office/powerpoint/2010/main">
        <mc:Choice Requires="p14">
          <p:contentPart r:id="rId2" p14:bwMode="auto">
            <p14:nvContentPartPr>
              <p14:cNvPr id="7" name="墨迹 6"/>
              <p14:cNvContentPartPr/>
              <p14:nvPr/>
            </p14:nvContentPartPr>
            <p14:xfrm>
              <a:off x="958850" y="3517900"/>
              <a:ext cx="3333750" cy="412750"/>
            </p14:xfrm>
          </p:contentPart>
        </mc:Choice>
        <mc:Fallback xmlns="">
          <p:pic>
            <p:nvPicPr>
              <p:cNvPr id="7" name="墨迹 6"/>
            </p:nvPicPr>
            <p:blipFill>
              <a:blip r:embed="rId3"/>
            </p:blipFill>
            <p:spPr>
              <a:xfrm>
                <a:off x="958850" y="3517900"/>
                <a:ext cx="3333750" cy="41275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8" name="墨迹 7"/>
              <p14:cNvContentPartPr/>
              <p14:nvPr/>
            </p14:nvContentPartPr>
            <p14:xfrm>
              <a:off x="3911600" y="2216150"/>
              <a:ext cx="2012950" cy="1403350"/>
            </p14:xfrm>
          </p:contentPart>
        </mc:Choice>
        <mc:Fallback xmlns="">
          <p:pic>
            <p:nvPicPr>
              <p:cNvPr id="8" name="墨迹 7"/>
            </p:nvPicPr>
            <p:blipFill>
              <a:blip r:embed="rId5"/>
            </p:blipFill>
            <p:spPr>
              <a:xfrm>
                <a:off x="3911600" y="2216150"/>
                <a:ext cx="2012950" cy="14033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9" name="墨迹 8"/>
              <p14:cNvContentPartPr/>
              <p14:nvPr/>
            </p14:nvContentPartPr>
            <p14:xfrm>
              <a:off x="5842000" y="2152650"/>
              <a:ext cx="101600" cy="177800"/>
            </p14:xfrm>
          </p:contentPart>
        </mc:Choice>
        <mc:Fallback xmlns="">
          <p:pic>
            <p:nvPicPr>
              <p:cNvPr id="9" name="墨迹 8"/>
            </p:nvPicPr>
            <p:blipFill>
              <a:blip r:embed="rId7"/>
            </p:blipFill>
            <p:spPr>
              <a:xfrm>
                <a:off x="5842000" y="2152650"/>
                <a:ext cx="101600" cy="177800"/>
              </a:xfrm>
              <a:prstGeom prst="rect"/>
            </p:spPr>
          </p:pic>
        </mc:Fallback>
      </mc:AlternateContent>
      <p:sp>
        <p:nvSpPr>
          <p:cNvPr id="10" name="文本框 9"/>
          <p:cNvSpPr txBox="1"/>
          <p:nvPr/>
        </p:nvSpPr>
        <p:spPr>
          <a:xfrm>
            <a:off x="5042535" y="4079875"/>
            <a:ext cx="4064000" cy="368300"/>
          </a:xfrm>
          <a:prstGeom prst="rect">
            <a:avLst/>
          </a:prstGeom>
          <a:noFill/>
        </p:spPr>
        <p:txBody>
          <a:bodyPr wrap="square" rtlCol="0">
            <a:spAutoFit/>
          </a:bodyPr>
          <a:p>
            <a:r>
              <a:rPr lang="en-US" altLang="zh-CN"/>
              <a:t>norm = 1.0 / in_deg</a:t>
            </a:r>
            <a:endParaRPr lang="en-US" altLang="zh-CN"/>
          </a:p>
        </p:txBody>
      </p:sp>
      <mc:AlternateContent xmlns:mc="http://schemas.openxmlformats.org/markup-compatibility/2006" xmlns:p14="http://schemas.microsoft.com/office/powerpoint/2010/main">
        <mc:Choice Requires="p14">
          <p:contentPart r:id="rId8" p14:bwMode="auto">
            <p14:nvContentPartPr>
              <p14:cNvPr id="11" name="墨迹 10"/>
              <p14:cNvContentPartPr/>
              <p14:nvPr/>
            </p14:nvContentPartPr>
            <p14:xfrm>
              <a:off x="1073150" y="4489450"/>
              <a:ext cx="711200" cy="12700"/>
            </p14:xfrm>
          </p:contentPart>
        </mc:Choice>
        <mc:Fallback xmlns="">
          <p:pic>
            <p:nvPicPr>
              <p:cNvPr id="11" name="墨迹 10"/>
            </p:nvPicPr>
            <p:blipFill>
              <a:blip r:embed="rId9"/>
            </p:blipFill>
            <p:spPr>
              <a:xfrm>
                <a:off x="1073150" y="4489450"/>
                <a:ext cx="711200" cy="1270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2" name="墨迹 11"/>
              <p14:cNvContentPartPr/>
              <p14:nvPr/>
            </p14:nvContentPartPr>
            <p14:xfrm>
              <a:off x="1257300" y="3352800"/>
              <a:ext cx="806450" cy="360"/>
            </p14:xfrm>
          </p:contentPart>
        </mc:Choice>
        <mc:Fallback xmlns="">
          <p:pic>
            <p:nvPicPr>
              <p:cNvPr id="12" name="墨迹 11"/>
            </p:nvPicPr>
            <p:blipFill>
              <a:blip r:embed="rId11"/>
            </p:blipFill>
            <p:spPr>
              <a:xfrm>
                <a:off x="1257300" y="3352800"/>
                <a:ext cx="806450" cy="36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3" name="墨迹 12"/>
              <p14:cNvContentPartPr/>
              <p14:nvPr/>
            </p14:nvContentPartPr>
            <p14:xfrm>
              <a:off x="2197100" y="4254500"/>
              <a:ext cx="2882900" cy="209550"/>
            </p14:xfrm>
          </p:contentPart>
        </mc:Choice>
        <mc:Fallback xmlns="">
          <p:pic>
            <p:nvPicPr>
              <p:cNvPr id="13" name="墨迹 12"/>
            </p:nvPicPr>
            <p:blipFill>
              <a:blip r:embed="rId13"/>
            </p:blipFill>
            <p:spPr>
              <a:xfrm>
                <a:off x="2197100" y="4254500"/>
                <a:ext cx="2882900" cy="20955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4" name="墨迹 13"/>
              <p14:cNvContentPartPr/>
              <p14:nvPr/>
            </p14:nvContentPartPr>
            <p14:xfrm>
              <a:off x="5022850" y="4191000"/>
              <a:ext cx="82550" cy="88900"/>
            </p14:xfrm>
          </p:contentPart>
        </mc:Choice>
        <mc:Fallback xmlns="">
          <p:pic>
            <p:nvPicPr>
              <p:cNvPr id="14" name="墨迹 13"/>
            </p:nvPicPr>
            <p:blipFill>
              <a:blip r:embed="rId15"/>
            </p:blipFill>
            <p:spPr>
              <a:xfrm>
                <a:off x="5022850" y="4191000"/>
                <a:ext cx="82550" cy="88900"/>
              </a:xfrm>
              <a:prstGeom prst="rect"/>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关键代码</a:t>
            </a:r>
            <a:endParaRPr lang="zh-CN" altLang="en-US"/>
          </a:p>
        </p:txBody>
      </p:sp>
      <p:pic>
        <p:nvPicPr>
          <p:cNvPr id="4" name="内容占位符 3"/>
          <p:cNvPicPr>
            <a:picLocks noChangeAspect="1"/>
          </p:cNvPicPr>
          <p:nvPr>
            <p:ph idx="1"/>
          </p:nvPr>
        </p:nvPicPr>
        <p:blipFill>
          <a:blip r:embed="rId1"/>
          <a:stretch>
            <a:fillRect/>
          </a:stretch>
        </p:blipFill>
        <p:spPr>
          <a:xfrm>
            <a:off x="4528820" y="1322070"/>
            <a:ext cx="7078980" cy="4846320"/>
          </a:xfrm>
          <a:prstGeom prst="rect">
            <a:avLst/>
          </a:prstGeom>
        </p:spPr>
      </p:pic>
      <p:sp>
        <p:nvSpPr>
          <p:cNvPr id="6" name="文本框 5"/>
          <p:cNvSpPr txBox="1"/>
          <p:nvPr/>
        </p:nvSpPr>
        <p:spPr>
          <a:xfrm>
            <a:off x="361950" y="1691005"/>
            <a:ext cx="4064000" cy="3415030"/>
          </a:xfrm>
          <a:prstGeom prst="rect">
            <a:avLst/>
          </a:prstGeom>
          <a:noFill/>
        </p:spPr>
        <p:txBody>
          <a:bodyPr wrap="square" rtlCol="0">
            <a:spAutoFit/>
          </a:bodyPr>
          <a:p>
            <a:r>
              <a:rPr lang="en-US" altLang="zh-CN"/>
              <a:t>1. </a:t>
            </a:r>
            <a:r>
              <a:rPr lang="zh-CN" altLang="en-US"/>
              <a:t>如果启用静态图，就先在静态图上更新实体表示，得到</a:t>
            </a:r>
            <a:r>
              <a:rPr lang="en-US" altLang="zh-CN"/>
              <a:t> static_emb</a:t>
            </a:r>
            <a:endParaRPr lang="en-US" altLang="zh-CN"/>
          </a:p>
          <a:p>
            <a:endParaRPr lang="en-US" altLang="zh-CN"/>
          </a:p>
          <a:p>
            <a:r>
              <a:rPr lang="en-US" altLang="zh-CN"/>
              <a:t>2. </a:t>
            </a:r>
            <a:r>
              <a:rPr lang="zh-CN" altLang="en-US"/>
              <a:t>遍历历史图</a:t>
            </a:r>
            <a:r>
              <a:rPr lang="en-US" altLang="zh-CN"/>
              <a:t> g_list</a:t>
            </a:r>
            <a:endParaRPr lang="en-US" altLang="zh-CN"/>
          </a:p>
          <a:p>
            <a:endParaRPr lang="en-US" altLang="zh-CN"/>
          </a:p>
          <a:p>
            <a:r>
              <a:rPr lang="en-US" altLang="zh-CN"/>
              <a:t>3. </a:t>
            </a:r>
            <a:r>
              <a:rPr lang="zh-CN" altLang="en-US"/>
              <a:t>对当前图中的每个关系，从相关实体聚合出关系输入特征</a:t>
            </a:r>
            <a:endParaRPr lang="zh-CN" altLang="en-US"/>
          </a:p>
          <a:p>
            <a:endParaRPr lang="zh-CN" altLang="en-US"/>
          </a:p>
          <a:p>
            <a:r>
              <a:rPr lang="en-US" altLang="zh-CN"/>
              <a:t>4. </a:t>
            </a:r>
            <a:r>
              <a:rPr lang="zh-CN" altLang="en-US"/>
              <a:t>用</a:t>
            </a:r>
            <a:r>
              <a:rPr lang="en-US" altLang="zh-CN"/>
              <a:t> GRUCell </a:t>
            </a:r>
            <a:r>
              <a:rPr lang="zh-CN" altLang="en-US"/>
              <a:t>更新关系嵌入</a:t>
            </a:r>
            <a:r>
              <a:rPr lang="en-US" altLang="zh-CN"/>
              <a:t> self.h_0</a:t>
            </a:r>
            <a:endParaRPr lang="en-US" altLang="zh-CN"/>
          </a:p>
          <a:p>
            <a:endParaRPr lang="en-US" altLang="zh-CN"/>
          </a:p>
          <a:p>
            <a:r>
              <a:rPr lang="en-US" altLang="zh-CN"/>
              <a:t>5. </a:t>
            </a:r>
            <a:r>
              <a:rPr lang="zh-CN" altLang="en-US"/>
              <a:t>用</a:t>
            </a:r>
            <a:r>
              <a:rPr lang="en-US" altLang="zh-CN"/>
              <a:t> RGCNCell </a:t>
            </a:r>
            <a:r>
              <a:rPr lang="zh-CN" altLang="en-US"/>
              <a:t>更新实体表示，并用时间门控融合历史与当前表示</a:t>
            </a:r>
            <a:endParaRPr lang="zh-CN" altLang="en-US"/>
          </a:p>
        </p:txBody>
      </p:sp>
      <p:sp>
        <p:nvSpPr>
          <p:cNvPr id="7" name="文本框 6"/>
          <p:cNvSpPr txBox="1"/>
          <p:nvPr/>
        </p:nvSpPr>
        <p:spPr>
          <a:xfrm>
            <a:off x="5426710" y="657860"/>
            <a:ext cx="4064000" cy="368300"/>
          </a:xfrm>
          <a:prstGeom prst="rect">
            <a:avLst/>
          </a:prstGeom>
          <a:noFill/>
        </p:spPr>
        <p:txBody>
          <a:bodyPr wrap="square" rtlCol="0">
            <a:spAutoFit/>
          </a:bodyPr>
          <a:p>
            <a:r>
              <a:rPr lang="zh-CN" altLang="en-US"/>
              <a:t>时间演化主循环</a:t>
            </a:r>
            <a:endParaRPr lang="zh-CN" altLang="en-US"/>
          </a:p>
        </p:txBody>
      </p:sp>
      <p:pic>
        <p:nvPicPr>
          <p:cNvPr id="8" name="图片 7"/>
          <p:cNvPicPr>
            <a:picLocks noChangeAspect="1"/>
          </p:cNvPicPr>
          <p:nvPr/>
        </p:nvPicPr>
        <p:blipFill>
          <a:blip r:embed="rId2"/>
          <a:stretch>
            <a:fillRect/>
          </a:stretch>
        </p:blipFill>
        <p:spPr>
          <a:xfrm>
            <a:off x="911860" y="5297805"/>
            <a:ext cx="3371850" cy="952500"/>
          </a:xfrm>
          <a:prstGeom prst="rect">
            <a:avLst/>
          </a:prstGeom>
        </p:spPr>
      </p:pic>
      <mc:AlternateContent xmlns:mc="http://schemas.openxmlformats.org/markup-compatibility/2006" xmlns:p14="http://schemas.microsoft.com/office/powerpoint/2010/main">
        <mc:Choice Requires="p14">
          <p:contentPart r:id="rId3" p14:bwMode="auto">
            <p14:nvContentPartPr>
              <p14:cNvPr id="9" name="墨迹 8"/>
              <p14:cNvContentPartPr/>
              <p14:nvPr/>
            </p14:nvContentPartPr>
            <p14:xfrm>
              <a:off x="5626100" y="5638800"/>
              <a:ext cx="3492500" cy="31750"/>
            </p14:xfrm>
          </p:contentPart>
        </mc:Choice>
        <mc:Fallback xmlns="">
          <p:pic>
            <p:nvPicPr>
              <p:cNvPr id="9" name="墨迹 8"/>
            </p:nvPicPr>
            <p:blipFill>
              <a:blip r:embed="rId4"/>
            </p:blipFill>
            <p:spPr>
              <a:xfrm>
                <a:off x="5626100" y="5638800"/>
                <a:ext cx="3492500" cy="317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0" name="墨迹 9"/>
              <p14:cNvContentPartPr/>
              <p14:nvPr/>
            </p14:nvContentPartPr>
            <p14:xfrm>
              <a:off x="5010150" y="5727700"/>
              <a:ext cx="2838450" cy="101600"/>
            </p14:xfrm>
          </p:contentPart>
        </mc:Choice>
        <mc:Fallback xmlns="">
          <p:pic>
            <p:nvPicPr>
              <p:cNvPr id="10" name="墨迹 9"/>
            </p:nvPicPr>
            <p:blipFill>
              <a:blip r:embed="rId6"/>
            </p:blipFill>
            <p:spPr>
              <a:xfrm>
                <a:off x="5010150" y="5727700"/>
                <a:ext cx="2838450" cy="101600"/>
              </a:xfrm>
              <a:prstGeom prst="rect"/>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关键代码</a:t>
            </a:r>
            <a:endParaRPr lang="zh-CN" altLang="en-US"/>
          </a:p>
        </p:txBody>
      </p:sp>
      <p:sp>
        <p:nvSpPr>
          <p:cNvPr id="3" name="内容占位符 2"/>
          <p:cNvSpPr>
            <a:spLocks noGrp="1"/>
          </p:cNvSpPr>
          <p:nvPr>
            <p:ph idx="1"/>
          </p:nvPr>
        </p:nvSpPr>
        <p:spPr/>
        <p:txBody>
          <a:bodyPr/>
          <a:p>
            <a:r>
              <a:rPr lang="zh-CN" altLang="en-US" sz="2000"/>
              <a:t>实体预测损失：用</a:t>
            </a:r>
            <a:r>
              <a:rPr lang="en-US" altLang="zh-CN" sz="2000"/>
              <a:t> ConvTransE</a:t>
            </a:r>
            <a:endParaRPr lang="en-US" altLang="zh-CN" sz="2000"/>
          </a:p>
          <a:p>
            <a:r>
              <a:rPr lang="zh-CN" altLang="en-US" sz="2000"/>
              <a:t>关系预测损失：用</a:t>
            </a:r>
            <a:r>
              <a:rPr lang="en-US" altLang="zh-CN" sz="2000"/>
              <a:t> ConvTransR</a:t>
            </a:r>
            <a:endParaRPr lang="en-US" altLang="zh-CN" sz="2000"/>
          </a:p>
          <a:p>
            <a:r>
              <a:rPr lang="zh-CN" altLang="en-US" sz="2000"/>
              <a:t>静态图损失：</a:t>
            </a:r>
            <a:endParaRPr lang="zh-CN" altLang="en-US" sz="2000"/>
          </a:p>
          <a:p>
            <a:pPr lvl="1"/>
            <a:r>
              <a:rPr lang="zh-CN" altLang="en-US" sz="1710"/>
              <a:t>约束动态表示不要偏离静态图语义太多</a:t>
            </a:r>
            <a:endParaRPr lang="zh-CN" altLang="en-US" sz="1710"/>
          </a:p>
          <a:p>
            <a:pPr lvl="1"/>
            <a:endParaRPr lang="zh-CN" altLang="en-US" sz="1710"/>
          </a:p>
          <a:p>
            <a:pPr lvl="1"/>
            <a:endParaRPr lang="zh-CN" altLang="en-US" sz="1710"/>
          </a:p>
          <a:p>
            <a:pPr marL="457200" lvl="1" indent="0">
              <a:buNone/>
            </a:pPr>
            <a:r>
              <a:rPr lang="zh-CN" altLang="en-US" sz="1710"/>
              <a:t>组件</a:t>
            </a:r>
            <a:r>
              <a:rPr lang="en-US" altLang="zh-CN" sz="1710"/>
              <a:t>3</a:t>
            </a:r>
            <a:endParaRPr lang="en-US" altLang="zh-CN" sz="1710"/>
          </a:p>
        </p:txBody>
      </p:sp>
      <p:pic>
        <p:nvPicPr>
          <p:cNvPr id="4" name="图片 3"/>
          <p:cNvPicPr>
            <a:picLocks noChangeAspect="1"/>
          </p:cNvPicPr>
          <p:nvPr/>
        </p:nvPicPr>
        <p:blipFill>
          <a:blip r:embed="rId1"/>
          <a:stretch>
            <a:fillRect/>
          </a:stretch>
        </p:blipFill>
        <p:spPr>
          <a:xfrm>
            <a:off x="5683885" y="0"/>
            <a:ext cx="6355080" cy="6858000"/>
          </a:xfrm>
          <a:prstGeom prst="rect">
            <a:avLst/>
          </a:prstGeom>
        </p:spPr>
      </p:pic>
      <p:sp>
        <p:nvSpPr>
          <p:cNvPr id="5" name="文本框 4"/>
          <p:cNvSpPr txBox="1"/>
          <p:nvPr/>
        </p:nvSpPr>
        <p:spPr>
          <a:xfrm>
            <a:off x="2624455" y="1322705"/>
            <a:ext cx="4064000" cy="368300"/>
          </a:xfrm>
          <a:prstGeom prst="rect">
            <a:avLst/>
          </a:prstGeom>
          <a:noFill/>
        </p:spPr>
        <p:txBody>
          <a:bodyPr wrap="square" rtlCol="0">
            <a:spAutoFit/>
          </a:bodyPr>
          <a:p>
            <a:r>
              <a:rPr lang="zh-CN" altLang="en-US"/>
              <a:t>训练目标怎么组成</a:t>
            </a: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实验设计与</a:t>
            </a:r>
            <a:r>
              <a:rPr lang="zh-CN" altLang="en-US"/>
              <a:t>结果</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70000"/>
              </a:bodyPr>
              <a:p>
                <a:r>
                  <a:rPr lang="zh-CN" altLang="en-US"/>
                  <a:t>实验</a:t>
                </a:r>
                <a:r>
                  <a:rPr lang="zh-CN" altLang="en-US"/>
                  <a:t>结果</a:t>
                </a:r>
                <a:endParaRPr lang="zh-CN" altLang="en-US"/>
              </a:p>
              <a:p>
                <a:endParaRPr lang="zh-CN" altLang="en-US"/>
              </a:p>
              <a:p>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zh-CN" altLang="en-US" i="1">
                                <a:latin typeface="Cambria Math" panose="02040503050406030204" charset="0"/>
                                <a:cs typeface="Cambria Math" panose="02040503050406030204" charset="0"/>
                              </a:rPr>
                              <m:t>实体预测</m:t>
                            </m:r>
                            <m:d>
                              <m:dPr>
                                <m:begChr m:val="{"/>
                                <m:endChr m:val=""/>
                                <m:ctrlPr>
                                  <a:rPr lang="zh-CN" altLang="en-US" i="1">
                                    <a:latin typeface="Cambria Math" panose="02040503050406030204" charset="0"/>
                                    <a:cs typeface="Cambria Math" panose="02040503050406030204" charset="0"/>
                                  </a:rPr>
                                </m:ctrlPr>
                              </m:dPr>
                              <m:e>
                                <m:eqArr>
                                  <m:eqArrPr>
                                    <m:ctrlPr>
                                      <a:rPr lang="zh-CN" altLang="en-US" i="1">
                                        <a:latin typeface="Cambria Math" panose="02040503050406030204" charset="0"/>
                                        <a:cs typeface="Cambria Math" panose="02040503050406030204" charset="0"/>
                                      </a:rPr>
                                    </m:ctrlPr>
                                  </m:eqArrPr>
                                  <m:e>
                                    <m:r>
                                      <a:rPr lang="en-US" altLang="zh-CN" i="1">
                                        <a:latin typeface="Cambria Math" panose="02040503050406030204" charset="0"/>
                                        <a:cs typeface="Cambria Math" panose="02040503050406030204" charset="0"/>
                                      </a:rPr>
                                      <m:t>𝐼𝐶𝐸𝑊𝑆</m:t>
                                    </m:r>
                                    <m:r>
                                      <a:rPr lang="en-US" altLang="zh-CN" i="1">
                                        <a:latin typeface="Cambria Math" panose="02040503050406030204" charset="0"/>
                                        <a:cs typeface="Cambria Math" panose="02040503050406030204" charset="0"/>
                                      </a:rPr>
                                      <m:t>18</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𝑀𝑅𝑅</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27</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51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34</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𝑉𝑆</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𝑅𝐸−𝑁𝐸𝑇</m:t>
                                    </m:r>
                                    <m:r>
                                      <a:rPr lang="en-US" altLang="zh-CN" i="1">
                                        <a:latin typeface="Cambria Math" panose="02040503050406030204" charset="0"/>
                                        <a:cs typeface="Cambria Math" panose="02040503050406030204" charset="0"/>
                                      </a:rPr>
                                      <m:t>）</m:t>
                                    </m:r>
                                  </m:e>
                                  <m:e>
                                    <m:r>
                                      <a:rPr lang="en-US" altLang="zh-CN" i="1">
                                        <a:latin typeface="Cambria Math" panose="02040503050406030204" charset="0"/>
                                        <a:cs typeface="Cambria Math" panose="02040503050406030204" charset="0"/>
                                      </a:rPr>
                                      <m:t>𝑊𝐼𝐾𝐼</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𝑀𝑅𝑅</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39</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84</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8</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97</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e>
                                  <m:e>
                                    <m:r>
                                      <a:rPr lang="en-US" altLang="zh-CN" i="1">
                                        <a:latin typeface="Cambria Math" panose="02040503050406030204" charset="0"/>
                                        <a:cs typeface="Cambria Math" panose="02040503050406030204" charset="0"/>
                                      </a:rPr>
                                      <m:t>𝑌𝐴𝐺𝑂</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𝑀𝑅𝑅</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58</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27</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11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46</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                            </m:t>
                                    </m:r>
                                  </m:e>
                                  <m:e>
                                    <m:r>
                                      <a:rPr lang="en-US" altLang="zh-CN" i="1">
                                        <a:latin typeface="Cambria Math" panose="02040503050406030204" charset="0"/>
                                        <a:cs typeface="Cambria Math" panose="02040503050406030204" charset="0"/>
                                      </a:rPr>
                                      <m:t>𝐺𝐷𝐸𝐿𝑇</m:t>
                                    </m:r>
                                    <m:r>
                                      <a:rPr lang="zh-CN" altLang="en-US" i="1">
                                        <a:latin typeface="Cambria Math" panose="02040503050406030204" charset="0"/>
                                        <a:cs typeface="Cambria Math" panose="02040503050406030204" charset="0"/>
                                      </a:rPr>
                                      <m:t>性能略低于</m:t>
                                    </m:r>
                                    <m:r>
                                      <a:rPr lang="en-US" altLang="zh-CN" i="1">
                                        <a:latin typeface="Cambria Math" panose="02040503050406030204" charset="0"/>
                                        <a:cs typeface="Cambria Math" panose="02040503050406030204" charset="0"/>
                                      </a:rPr>
                                      <m:t>𝑅𝐸−𝑁𝐸𝑇</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抽象概念问题</m:t>
                                    </m:r>
                                    <m:r>
                                      <a:rPr lang="en-US" altLang="zh-CN" i="1">
                                        <a:latin typeface="Cambria Math" panose="02040503050406030204" charset="0"/>
                                        <a:cs typeface="Cambria Math" panose="02040503050406030204" charset="0"/>
                                      </a:rPr>
                                      <m:t>）   </m:t>
                                    </m:r>
                                  </m:e>
                                </m:eqArr>
                                <m:r>
                                  <a:rPr lang="en-US" altLang="zh-CN" i="1">
                                    <a:latin typeface="Cambria Math" panose="02040503050406030204" charset="0"/>
                                    <a:cs typeface="Cambria Math" panose="02040503050406030204" charset="0"/>
                                  </a:rPr>
                                  <m:t>                                         </m:t>
                                </m:r>
                              </m:e>
                            </m:d>
                          </m:e>
                          <m:e>
                            <m:r>
                              <a:rPr lang="zh-CN" altLang="en-US" i="1">
                                <a:latin typeface="Cambria Math" panose="02040503050406030204" charset="0"/>
                                <a:cs typeface="Cambria Math" panose="02040503050406030204" charset="0"/>
                              </a:rPr>
                              <m:t>关系预测</m:t>
                            </m:r>
                            <m:d>
                              <m:dPr>
                                <m:begChr m:val="{"/>
                                <m:endChr m:val=""/>
                                <m:ctrlPr>
                                  <a:rPr lang="zh-CN" altLang="en-US" i="1">
                                    <a:latin typeface="Cambria Math" panose="02040503050406030204" charset="0"/>
                                    <a:cs typeface="Cambria Math" panose="02040503050406030204" charset="0"/>
                                  </a:rPr>
                                </m:ctrlPr>
                              </m:dPr>
                              <m:e>
                                <m:eqArr>
                                  <m:eqArrPr>
                                    <m:ctrlPr>
                                      <a:rPr lang="zh-CN" altLang="en-US" i="1">
                                        <a:latin typeface="Cambria Math" panose="02040503050406030204" charset="0"/>
                                        <a:cs typeface="Cambria Math" panose="02040503050406030204" charset="0"/>
                                      </a:rPr>
                                    </m:ctrlPr>
                                  </m:eqArrPr>
                                  <m:e>
                                    <m:r>
                                      <a:rPr lang="en-US" altLang="zh-CN" i="1">
                                        <a:latin typeface="Cambria Math" panose="02040503050406030204" charset="0"/>
                                        <a:cs typeface="Cambria Math" panose="02040503050406030204" charset="0"/>
                                      </a:rPr>
                                      <m:t>𝐼𝐶𝐸</m:t>
                                    </m:r>
                                    <m:r>
                                      <a:rPr lang="en-US" altLang="zh-CN" i="1">
                                        <a:latin typeface="Cambria Math" panose="02040503050406030204" charset="0"/>
                                        <a:cs typeface="Cambria Math" panose="02040503050406030204" charset="0"/>
                                      </a:rPr>
                                      <m:t>18</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𝑀𝑅𝑅</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39</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48</m:t>
                                    </m:r>
                                    <m:r>
                                      <a:rPr lang="en-US" altLang="zh-CN" i="1">
                                        <a:latin typeface="Cambria Math" panose="02040503050406030204" charset="0"/>
                                        <a:cs typeface="Cambria Math" panose="02040503050406030204" charset="0"/>
                                      </a:rPr>
                                      <m:t>% (</m:t>
                                    </m:r>
                                    <m:r>
                                      <a:rPr lang="zh-CN" altLang="en-US" i="1">
                                        <a:latin typeface="Cambria Math" panose="02040503050406030204" charset="0"/>
                                        <a:ea typeface="MS Mincho" charset="0"/>
                                        <a:cs typeface="Cambria Math" panose="02040503050406030204" charset="0"/>
                                      </a:rPr>
                                      <m:t>优于所有基线</m:t>
                                    </m:r>
                                    <m:r>
                                      <a:rPr lang="en-US" altLang="zh-CN" i="1">
                                        <a:latin typeface="Cambria Math" panose="02040503050406030204" charset="0"/>
                                        <a:cs typeface="Cambria Math" panose="02040503050406030204" charset="0"/>
                                      </a:rPr>
                                      <m:t>)</m:t>
                                    </m:r>
                                  </m:e>
                                  <m:e>
                                    <m:r>
                                      <a:rPr lang="en-US" altLang="zh-CN" i="1">
                                        <a:latin typeface="Cambria Math" panose="02040503050406030204" charset="0"/>
                                        <a:cs typeface="Cambria Math" panose="02040503050406030204" charset="0"/>
                                      </a:rPr>
                                      <m:t>𝑊𝐼𝐾𝐼</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𝑀𝑅𝑅</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95</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63</m:t>
                                    </m:r>
                                    <m:r>
                                      <a:rPr lang="en-US" altLang="zh-CN" i="1">
                                        <a:latin typeface="Cambria Math" panose="02040503050406030204" charset="0"/>
                                        <a:cs typeface="Cambria Math" panose="02040503050406030204" charset="0"/>
                                      </a:rPr>
                                      <m:t>% (</m:t>
                                    </m:r>
                                    <m:r>
                                      <a:rPr lang="zh-CN" altLang="en-US" i="1">
                                        <a:latin typeface="Cambria Math" panose="02040503050406030204" charset="0"/>
                                        <a:ea typeface="MS Mincho" charset="0"/>
                                        <a:cs typeface="Cambria Math" panose="02040503050406030204" charset="0"/>
                                      </a:rPr>
                                      <m:t>接近完美</m:t>
                                    </m:r>
                                    <m:r>
                                      <a:rPr lang="en-US" altLang="zh-CN" i="1">
                                        <a:latin typeface="Cambria Math" panose="02040503050406030204" charset="0"/>
                                        <a:cs typeface="Cambria Math" panose="02040503050406030204" charset="0"/>
                                      </a:rPr>
                                      <m:t>)          </m:t>
                                    </m:r>
                                  </m:e>
                                  <m:e>
                                    <m:r>
                                      <a:rPr lang="en-US" altLang="zh-CN" i="1">
                                        <a:latin typeface="Cambria Math" panose="02040503050406030204" charset="0"/>
                                        <a:cs typeface="Cambria Math" panose="02040503050406030204" charset="0"/>
                                      </a:rPr>
                                      <m:t>𝑌𝐴𝐺𝑂</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𝑀𝑅𝑅</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95</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18</m:t>
                                    </m:r>
                                    <m:r>
                                      <a:rPr lang="en-US" altLang="zh-CN" i="1">
                                        <a:latin typeface="Cambria Math" panose="02040503050406030204" charset="0"/>
                                        <a:cs typeface="Cambria Math" panose="02040503050406030204" charset="0"/>
                                      </a:rPr>
                                      <m:t>% (</m:t>
                                    </m:r>
                                    <m:r>
                                      <a:rPr lang="zh-CN" altLang="en-US" i="1">
                                        <a:latin typeface="Cambria Math" panose="02040503050406030204" charset="0"/>
                                        <a:ea typeface="MS Mincho" charset="0"/>
                                        <a:cs typeface="Cambria Math" panose="02040503050406030204" charset="0"/>
                                      </a:rPr>
                                      <m:t>接近完美</m:t>
                                    </m:r>
                                    <m:r>
                                      <a:rPr lang="en-US" altLang="zh-CN" i="1">
                                        <a:latin typeface="Cambria Math" panose="02040503050406030204" charset="0"/>
                                        <a:cs typeface="Cambria Math" panose="02040503050406030204" charset="0"/>
                                      </a:rPr>
                                      <m:t>)         </m:t>
                                    </m:r>
                                  </m:e>
                                  <m:e>
                                    <m:r>
                                      <a:rPr lang="zh-CN" altLang="en-US" i="1">
                                        <a:latin typeface="Cambria Math" panose="02040503050406030204" charset="0"/>
                                        <a:ea typeface="MS Mincho" charset="0"/>
                                        <a:cs typeface="Cambria Math" panose="02040503050406030204" charset="0"/>
                                      </a:rPr>
                                      <m:t>关系数少使得任务相对容易</m:t>
                                    </m:r>
                                    <m:r>
                                      <a:rPr lang="en-US" altLang="zh-CN" i="1">
                                        <a:latin typeface="Cambria Math" panose="02040503050406030204" charset="0"/>
                                        <a:ea typeface="MS Mincho" charset="0"/>
                                        <a:cs typeface="Cambria Math" panose="02040503050406030204" charset="0"/>
                                      </a:rPr>
                                      <m:t>                 </m:t>
                                    </m:r>
                                  </m:e>
                                </m:eqArr>
                                <m:r>
                                  <a:rPr lang="en-US" altLang="zh-CN" i="1">
                                    <a:latin typeface="Cambria Math" panose="02040503050406030204" charset="0"/>
                                    <a:cs typeface="Cambria Math" panose="02040503050406030204" charset="0"/>
                                  </a:rPr>
                                  <m:t>                                                                  </m:t>
                                </m:r>
                              </m:e>
                            </m:d>
                          </m:e>
                          <m:e>
                            <m:r>
                              <a:rPr lang="zh-CN" altLang="en-US" i="1">
                                <a:latin typeface="Cambria Math" panose="02040503050406030204" charset="0"/>
                                <a:cs typeface="Cambria Math" panose="02040503050406030204" charset="0"/>
                              </a:rPr>
                              <m:t>效率对比</m:t>
                            </m:r>
                            <m:d>
                              <m:dPr>
                                <m:begChr m:val="{"/>
                                <m:endChr m:val=""/>
                                <m:ctrlPr>
                                  <a:rPr lang="zh-CN" altLang="en-US" i="1">
                                    <a:latin typeface="Cambria Math" panose="02040503050406030204" charset="0"/>
                                    <a:cs typeface="Cambria Math" panose="02040503050406030204" charset="0"/>
                                  </a:rPr>
                                </m:ctrlPr>
                              </m:dPr>
                              <m:e>
                                <m:eqArr>
                                  <m:eqArrPr>
                                    <m:ctrlPr>
                                      <a:rPr lang="zh-CN" altLang="en-US" i="1">
                                        <a:latin typeface="Cambria Math" panose="02040503050406030204" charset="0"/>
                                        <a:cs typeface="Cambria Math" panose="02040503050406030204" charset="0"/>
                                      </a:rPr>
                                    </m:ctrlPr>
                                  </m:eqArrPr>
                                  <m:e>
                                    <m:r>
                                      <a:rPr lang="zh-CN" altLang="en-US" i="1">
                                        <a:latin typeface="Cambria Math" panose="02040503050406030204" charset="0"/>
                                        <a:cs typeface="Cambria Math" panose="02040503050406030204" charset="0"/>
                                      </a:rPr>
                                      <m:t>加速比</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66</m:t>
                                    </m:r>
                                    <m:r>
                                      <a:rPr lang="zh-CN" altLang="en-US"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𝐼𝐶𝐸</m:t>
                                    </m:r>
                                    <m:r>
                                      <a:rPr lang="en-US" altLang="zh-CN" i="1">
                                        <a:latin typeface="Cambria Math" panose="02040503050406030204" charset="0"/>
                                        <a:ea typeface="MS Mincho" charset="0"/>
                                        <a:cs typeface="Cambria Math" panose="02040503050406030204" charset="0"/>
                                      </a:rPr>
                                      <m:t>18</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82</m:t>
                                    </m:r>
                                    <m:r>
                                      <a:rPr lang="zh-CN" altLang="en-US"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𝑊𝐼𝐾𝐼</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𝑌𝐴𝐺𝑂</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17</m:t>
                                    </m:r>
                                    <m:r>
                                      <a:rPr lang="zh-CN" altLang="en-US"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𝐼𝐶𝐸</m:t>
                                    </m:r>
                                    <m:r>
                                      <a:rPr lang="en-US" altLang="zh-CN" i="1">
                                        <a:latin typeface="Cambria Math" panose="02040503050406030204" charset="0"/>
                                        <a:ea typeface="MS Mincho" charset="0"/>
                                        <a:cs typeface="Cambria Math" panose="02040503050406030204" charset="0"/>
                                      </a:rPr>
                                      <m:t>05</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15</m:t>
                                    </m:r>
                                    <m:r>
                                      <a:rPr lang="en-US" altLang="zh-CN" i="1">
                                        <a:latin typeface="Cambria Math" panose="02040503050406030204" charset="0"/>
                                        <a:ea typeface="MS Mincho" charset="0"/>
                                        <a:cs typeface="Cambria Math" panose="02040503050406030204" charset="0"/>
                                      </a:rPr>
                                      <m:t>)</m:t>
                                    </m:r>
                                  </m:e>
                                  <m:e>
                                    <m:r>
                                      <a:rPr lang="zh-CN" altLang="en-US" i="1">
                                        <a:latin typeface="Cambria Math" panose="02040503050406030204" charset="0"/>
                                        <a:cs typeface="Cambria Math" panose="02040503050406030204" charset="0"/>
                                      </a:rPr>
                                      <m:t>原因</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并行处理所有查询</m:t>
                                    </m:r>
                                    <m:r>
                                      <a:rPr lang="en-US" altLang="zh-CN" i="1">
                                        <a:latin typeface="Cambria Math" panose="02040503050406030204" charset="0"/>
                                        <a:ea typeface="MS Mincho" charset="0"/>
                                        <a:cs typeface="Cambria Math" panose="02040503050406030204" charset="0"/>
                                      </a:rPr>
                                      <m:t> vs </m:t>
                                    </m:r>
                                    <m:r>
                                      <a:rPr lang="en-US" altLang="zh-CN" i="1">
                                        <a:latin typeface="Cambria Math" panose="02040503050406030204" charset="0"/>
                                        <a:ea typeface="MS Mincho" charset="0"/>
                                        <a:cs typeface="Cambria Math" panose="02040503050406030204" charset="0"/>
                                      </a:rPr>
                                      <m:t>𝑅𝐸−𝑁𝐸𝑇</m:t>
                                    </m:r>
                                    <m:r>
                                      <a:rPr lang="zh-CN" altLang="en-US" i="1">
                                        <a:latin typeface="Cambria Math" panose="02040503050406030204" charset="0"/>
                                        <a:ea typeface="MS Mincho" charset="0"/>
                                        <a:cs typeface="Cambria Math" panose="02040503050406030204" charset="0"/>
                                      </a:rPr>
                                      <m:t>逐个处理</m:t>
                                    </m:r>
                                    <m:r>
                                      <a:rPr lang="en-US" altLang="zh-CN" i="1">
                                        <a:latin typeface="Cambria Math" panose="02040503050406030204" charset="0"/>
                                        <a:ea typeface="MS Mincho" charset="0"/>
                                        <a:cs typeface="Cambria Math" panose="02040503050406030204" charset="0"/>
                                      </a:rPr>
                                      <m:t>                                             </m:t>
                                    </m:r>
                                  </m:e>
                                </m:eqArr>
                              </m:e>
                            </m:d>
                          </m:e>
                          <m:e/>
                        </m:eqArr>
                      </m:e>
                    </m:d>
                  </m:oMath>
                </a14:m>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29" b="7"/>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实验设计与结果</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lnSpcReduction="20000"/>
              </a:bodyPr>
              <a:p>
                <a:r>
                  <a:rPr lang="zh-CN" altLang="en-US"/>
                  <a:t>消融实验</a:t>
                </a:r>
                <a:endParaRPr lang="zh-CN" altLang="en-US"/>
              </a:p>
              <a:p>
                <a:endParaRPr lang="zh-CN" altLang="en-US"/>
              </a:p>
              <a:p>
                <a:endParaRPr lang="zh-CN" altLang="en-US"/>
              </a:p>
              <a:p>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zh-CN" altLang="en-US" i="1">
                                <a:latin typeface="Cambria Math" panose="02040503050406030204" charset="0"/>
                                <a:cs typeface="Cambria Math" panose="02040503050406030204" charset="0"/>
                              </a:rPr>
                              <m:t>演化单元</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−𝐸𝐸</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性能大幅下降</m:t>
                            </m:r>
                          </m:e>
                          <m:e>
                            <m:r>
                              <a:rPr lang="zh-CN" altLang="en-US" i="1">
                                <a:latin typeface="Cambria Math" panose="02040503050406030204" charset="0"/>
                                <a:cs typeface="Cambria Math" panose="02040503050406030204" charset="0"/>
                              </a:rPr>
                              <m:t>静态图约束</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−st</m:t>
                            </m:r>
                            <m:r>
                              <a:rPr lang="en-US" altLang="zh-CN" i="1">
                                <a:latin typeface="Cambria Math" panose="02040503050406030204" charset="0"/>
                                <a:cs typeface="Cambria Math" panose="02040503050406030204" charset="0"/>
                              </a:rPr>
                              <m:t>）</m:t>
                            </m:r>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en-US" altLang="zh-CN" i="1">
                                        <a:latin typeface="Cambria Math" panose="02040503050406030204" charset="0"/>
                                        <a:cs typeface="Cambria Math" panose="02040503050406030204" charset="0"/>
                                      </a:rPr>
                                      <m:t>𝐼𝐶𝑊𝑆</m:t>
                                    </m:r>
                                    <m:r>
                                      <a:rPr lang="zh-CN" altLang="en-US" i="1">
                                        <a:latin typeface="Cambria Math" panose="02040503050406030204" charset="0"/>
                                        <a:cs typeface="Cambria Math" panose="02040503050406030204" charset="0"/>
                                      </a:rPr>
                                      <m:t>系列性能下降</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验证静态信息价值</m:t>
                                    </m:r>
                                    <m:r>
                                      <a:rPr lang="en-US" altLang="zh-CN" i="1">
                                        <a:latin typeface="Cambria Math" panose="02040503050406030204" charset="0"/>
                                        <a:ea typeface="MS Mincho" charset="0"/>
                                        <a:cs typeface="Cambria Math" panose="02040503050406030204" charset="0"/>
                                      </a:rPr>
                                      <m:t>       </m:t>
                                    </m:r>
                                  </m:e>
                                  <m:e>
                                    <m:r>
                                      <a:rPr lang="en-US" altLang="zh-CN" i="1">
                                        <a:latin typeface="Cambria Math" panose="02040503050406030204" charset="0"/>
                                        <a:cs typeface="Cambria Math" panose="02040503050406030204" charset="0"/>
                                      </a:rPr>
                                      <m:t>𝑊𝐼𝐾𝐼</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𝑌𝐴𝐺𝑂</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𝐺𝐷𝐸𝐿𝑇</m:t>
                                    </m:r>
                                    <m:r>
                                      <a:rPr lang="zh-CN" altLang="en-US" i="1">
                                        <a:latin typeface="Cambria Math" panose="02040503050406030204" charset="0"/>
                                        <a:cs typeface="Cambria Math" panose="02040503050406030204" charset="0"/>
                                      </a:rPr>
                                      <m:t>无此组件</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数据缺失</m:t>
                                    </m:r>
                                    <m:r>
                                      <a:rPr lang="en-US" altLang="zh-CN" i="1">
                                        <a:latin typeface="Cambria Math" panose="02040503050406030204" charset="0"/>
                                        <a:cs typeface="Cambria Math" panose="02040503050406030204" charset="0"/>
                                      </a:rPr>
                                      <m:t>）</m:t>
                                    </m:r>
                                  </m:e>
                                </m:eqArr>
                              </m:e>
                            </m:d>
                          </m:e>
                          <m:e>
                            <m:r>
                              <a:rPr lang="zh-CN" altLang="en-US" i="1">
                                <a:latin typeface="Cambria Math" panose="02040503050406030204" charset="0"/>
                                <a:cs typeface="Cambria Math" panose="02040503050406030204" charset="0"/>
                              </a:rPr>
                              <m:t>时间门控</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−tg</m:t>
                            </m:r>
                            <m:r>
                              <a:rPr lang="en-US" altLang="zh-CN" i="1">
                                <a:latin typeface="Cambria Math" panose="02040503050406030204" charset="0"/>
                                <a:cs typeface="Cambria Math" panose="02040503050406030204" charset="0"/>
                              </a:rPr>
                              <m:t>）</m:t>
                            </m:r>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zh-CN" altLang="en-US" i="1">
                                        <a:latin typeface="Cambria Math" panose="02040503050406030204" charset="0"/>
                                        <a:cs typeface="Cambria Math" panose="02040503050406030204" charset="0"/>
                                      </a:rPr>
                                      <m:t>长序列时性能急剧下降</m:t>
                                    </m:r>
                                    <m:r>
                                      <a:rPr lang="en-US" altLang="zh-CN" i="1">
                                        <a:latin typeface="Cambria Math" panose="02040503050406030204" charset="0"/>
                                        <a:cs typeface="Cambria Math" panose="02040503050406030204" charset="0"/>
                                      </a:rPr>
                                      <m:t>                                   </m:t>
                                    </m:r>
                                  </m:e>
                                  <m:e>
                                    <m:r>
                                      <a:rPr lang="zh-CN" altLang="en-US" i="1">
                                        <a:latin typeface="Cambria Math" panose="02040503050406030204" charset="0"/>
                                        <a:cs typeface="Cambria Math" panose="02040503050406030204" charset="0"/>
                                      </a:rPr>
                                      <m:t>证明时间门对解决过平滑</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梯度消失问题</m:t>
                                    </m:r>
                                  </m:e>
                                </m:eqArr>
                                <m:r>
                                  <a:rPr lang="en-US" altLang="zh-CN" i="1">
                                    <a:latin typeface="Cambria Math" panose="02040503050406030204" charset="0"/>
                                    <a:cs typeface="Cambria Math" panose="02040503050406030204" charset="0"/>
                                  </a:rPr>
                                  <m:t>           </m:t>
                                </m:r>
                              </m:e>
                            </m:d>
                          </m:e>
                          <m:e>
                            <m:r>
                              <a:rPr lang="zh-CN" altLang="en-US" i="1">
                                <a:latin typeface="Cambria Math" panose="02040503050406030204" charset="0"/>
                                <a:cs typeface="Cambria Math" panose="02040503050406030204" charset="0"/>
                              </a:rPr>
                              <m:t>评分函数</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𝐹𝐶𝑁</m:t>
                            </m:r>
                            <m:r>
                              <a:rPr lang="en-US" altLang="zh-CN" i="1">
                                <a:latin typeface="Cambria Math" panose="02040503050406030204" charset="0"/>
                                <a:cs typeface="Cambria Math" panose="02040503050406030204" charset="0"/>
                              </a:rPr>
                              <m:t>）</m:t>
                            </m:r>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zh-CN" altLang="en-US" i="1">
                                        <a:latin typeface="Cambria Math" panose="02040503050406030204" charset="0"/>
                                        <a:cs typeface="Cambria Math" panose="02040503050406030204" charset="0"/>
                                      </a:rPr>
                                      <m:t>替换</m:t>
                                    </m:r>
                                    <m:r>
                                      <a:rPr lang="en-US" altLang="zh-CN" i="1">
                                        <a:latin typeface="Cambria Math" panose="02040503050406030204" charset="0"/>
                                        <a:cs typeface="Cambria Math" panose="02040503050406030204" charset="0"/>
                                      </a:rPr>
                                      <m:t>𝐶on𝑣𝑇𝑎𝑛𝑠𝐸</m:t>
                                    </m:r>
                                    <m:r>
                                      <a:rPr lang="zh-CN" altLang="en-US" i="1">
                                        <a:latin typeface="Cambria Math" panose="02040503050406030204" charset="0"/>
                                        <a:cs typeface="Cambria Math" panose="02040503050406030204" charset="0"/>
                                      </a:rPr>
                                      <m:t>为</m:t>
                                    </m:r>
                                    <m:r>
                                      <a:rPr lang="en-US" altLang="zh-CN" i="1">
                                        <a:latin typeface="Cambria Math" panose="02040503050406030204" charset="0"/>
                                        <a:cs typeface="Cambria Math" panose="02040503050406030204" charset="0"/>
                                      </a:rPr>
                                      <m:t>𝐹𝐶𝑁</m:t>
                                    </m:r>
                                    <m:r>
                                      <a:rPr lang="en-US" altLang="zh-CN" i="1">
                                        <a:latin typeface="Cambria Math" panose="02040503050406030204" charset="0"/>
                                        <a:cs typeface="Cambria Math" panose="02040503050406030204" charset="0"/>
                                      </a:rPr>
                                      <m:t>，</m:t>
                                    </m:r>
                                    <m:r>
                                      <a:rPr lang="zh-CN" altLang="en-US" i="1">
                                        <a:latin typeface="Cambria Math" panose="02040503050406030204" charset="0"/>
                                        <a:ea typeface="MS Mincho" charset="0"/>
                                        <a:cs typeface="Cambria Math" panose="02040503050406030204" charset="0"/>
                                      </a:rPr>
                                      <m:t>性能略低但仍然强</m:t>
                                    </m:r>
                                  </m:e>
                                  <m:e>
                                    <m:r>
                                      <a:rPr lang="zh-CN" altLang="en-US" i="1">
                                        <a:latin typeface="Cambria Math" panose="02040503050406030204" charset="0"/>
                                        <a:cs typeface="Cambria Math" panose="02040503050406030204" charset="0"/>
                                      </a:rPr>
                                      <m:t>验证</m:t>
                                    </m:r>
                                    <m:r>
                                      <a:rPr lang="en-US" altLang="zh-CN" i="1">
                                        <a:latin typeface="Cambria Math" panose="02040503050406030204" charset="0"/>
                                        <a:cs typeface="Cambria Math" panose="02040503050406030204" charset="0"/>
                                      </a:rPr>
                                      <m:t>𝐺𝐶𝑁</m:t>
                                    </m:r>
                                    <m:r>
                                      <a:rPr lang="zh-CN" altLang="en-US" i="1">
                                        <a:latin typeface="Cambria Math" panose="02040503050406030204" charset="0"/>
                                        <a:cs typeface="Cambria Math" panose="02040503050406030204" charset="0"/>
                                      </a:rPr>
                                      <m:t>与卷积评分函数的兼容性</m:t>
                                    </m:r>
                                    <m:r>
                                      <a:rPr lang="en-US" altLang="zh-CN" i="1">
                                        <a:latin typeface="Cambria Math" panose="02040503050406030204" charset="0"/>
                                        <a:cs typeface="Cambria Math" panose="02040503050406030204" charset="0"/>
                                      </a:rPr>
                                      <m:t>                  </m:t>
                                    </m:r>
                                  </m:e>
                                </m:eqArr>
                              </m:e>
                            </m:d>
                          </m:e>
                        </m:eqArr>
                      </m:e>
                    </m:d>
                  </m:oMath>
                </a14:m>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2101" r="-2325" b="7"/>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详细</a:t>
            </a:r>
            <a:r>
              <a:rPr lang="zh-CN" altLang="en-US"/>
              <a:t>分析</a:t>
            </a:r>
            <a:endParaRPr lang="zh-CN" altLang="en-US"/>
          </a:p>
        </p:txBody>
      </p:sp>
      <p:sp>
        <p:nvSpPr>
          <p:cNvPr id="3" name="内容占位符 2"/>
          <p:cNvSpPr>
            <a:spLocks noGrp="1"/>
          </p:cNvSpPr>
          <p:nvPr>
            <p:ph idx="1"/>
          </p:nvPr>
        </p:nvSpPr>
        <p:spPr/>
        <p:txBody>
          <a:bodyPr/>
          <a:p>
            <a:r>
              <a:rPr lang="zh-CN" altLang="en-US"/>
              <a:t>实体预测</a:t>
            </a:r>
            <a:endParaRPr lang="zh-CN" altLang="en-US"/>
          </a:p>
          <a:p>
            <a:pPr lvl="1"/>
            <a:r>
              <a:rPr lang="zh-CN" altLang="en-US">
                <a:sym typeface="+mn-ea"/>
              </a:rPr>
              <a:t>邻居数越多性能下降</a:t>
            </a:r>
            <a:endParaRPr lang="zh-CN" altLang="en-US"/>
          </a:p>
          <a:p>
            <a:pPr lvl="1"/>
            <a:r>
              <a:rPr lang="en-US" altLang="zh-CN">
                <a:sym typeface="+mn-ea"/>
              </a:rPr>
              <a:t>Seen</a:t>
            </a:r>
            <a:r>
              <a:rPr lang="zh-CN" altLang="en-US">
                <a:sym typeface="+mn-ea"/>
              </a:rPr>
              <a:t>实体（有历史交互）表现优于</a:t>
            </a:r>
            <a:r>
              <a:rPr lang="en-US" altLang="zh-CN">
                <a:sym typeface="+mn-ea"/>
              </a:rPr>
              <a:t>unseen</a:t>
            </a:r>
            <a:endParaRPr lang="en-US" altLang="zh-CN"/>
          </a:p>
          <a:p>
            <a:pPr lvl="1"/>
            <a:r>
              <a:rPr lang="zh-CN" altLang="en-US">
                <a:sym typeface="+mn-ea"/>
              </a:rPr>
              <a:t>无历史实体也能预测（静态图提供背景知识）</a:t>
            </a:r>
            <a:endParaRPr lang="zh-CN" altLang="en-US"/>
          </a:p>
          <a:p>
            <a:r>
              <a:rPr lang="zh-CN" altLang="en-US">
                <a:sym typeface="+mn-ea"/>
              </a:rPr>
              <a:t>关系预测</a:t>
            </a:r>
            <a:endParaRPr lang="zh-CN" altLang="en-US">
              <a:sym typeface="+mn-ea"/>
            </a:endParaRPr>
          </a:p>
          <a:p>
            <a:pPr lvl="1"/>
            <a:r>
              <a:rPr lang="zh-CN" altLang="en-US" sz="2400">
                <a:sym typeface="+mn-ea"/>
              </a:rPr>
              <a:t>关系数越多性能月下降</a:t>
            </a:r>
            <a:endParaRPr lang="zh-CN" altLang="en-US" sz="2400">
              <a:sym typeface="+mn-ea"/>
            </a:endParaRPr>
          </a:p>
          <a:p>
            <a:pPr lvl="1"/>
            <a:r>
              <a:rPr lang="zh-CN" altLang="en-US" sz="2400">
                <a:sym typeface="+mn-ea"/>
              </a:rPr>
              <a:t>重复事实占一定比例，验证时间门的必要性</a:t>
            </a:r>
            <a:endParaRPr lang="zh-CN" altLang="en-US"/>
          </a:p>
          <a:p>
            <a:pPr lvl="1"/>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图神经</a:t>
            </a:r>
            <a:r>
              <a:rPr lang="zh-CN" altLang="en-US"/>
              <a:t>网络</a:t>
            </a:r>
            <a:endParaRPr lang="zh-CN" altLang="en-US"/>
          </a:p>
        </p:txBody>
      </p:sp>
      <p:sp>
        <p:nvSpPr>
          <p:cNvPr id="3" name="内容占位符 2"/>
          <p:cNvSpPr>
            <a:spLocks noGrp="1"/>
          </p:cNvSpPr>
          <p:nvPr>
            <p:ph idx="1"/>
          </p:nvPr>
        </p:nvSpPr>
        <p:spPr/>
        <p:txBody>
          <a:bodyPr/>
          <a:p>
            <a:r>
              <a:rPr lang="zh-CN" altLang="en-US"/>
              <a:t>核心原理：</a:t>
            </a:r>
            <a:r>
              <a:rPr lang="zh-CN" altLang="en-US"/>
              <a:t>消息传递机制</a:t>
            </a:r>
            <a:endParaRPr lang="zh-CN" altLang="en-US"/>
          </a:p>
          <a:p>
            <a:pPr marL="0" indent="0">
              <a:buNone/>
            </a:pPr>
            <a:r>
              <a:rPr lang="zh-CN" altLang="en-US"/>
              <a:t>收集消息</a:t>
            </a:r>
            <a:r>
              <a:rPr lang="en-US" altLang="zh-CN"/>
              <a:t>→</a:t>
            </a:r>
            <a:r>
              <a:rPr lang="zh-CN" altLang="en-US"/>
              <a:t>更新表示</a:t>
            </a:r>
            <a:r>
              <a:rPr lang="en-US" altLang="zh-CN"/>
              <a:t>→</a:t>
            </a:r>
            <a:r>
              <a:rPr lang="zh-CN" altLang="en-US"/>
              <a:t>多轮迭代</a:t>
            </a:r>
            <a:endParaRPr lang="zh-CN" altLang="en-US"/>
          </a:p>
          <a:p>
            <a:pPr marL="0" indent="0">
              <a:buNone/>
            </a:pPr>
            <a:r>
              <a:rPr lang="en-US" i="1">
                <a:ln/>
                <a:solidFill>
                  <a:schemeClr val="tx1"/>
                </a:solidFill>
                <a:effectLst>
                  <a:outerShdw blurRad="38100" dist="19050" dir="2700000" algn="tl" rotWithShape="0">
                    <a:schemeClr val="dk1">
                      <a:alpha val="40000"/>
                    </a:schemeClr>
                  </a:outerShdw>
                </a:effectLst>
                <a:latin typeface="Times New Roman" panose="02020603050405020304"/>
                <a:ea typeface="Times New Roman" panose="02020603050405020304"/>
                <a:cs typeface="Times New Roman" panose="02020603050405020304"/>
                <a:sym typeface="Times New Roman" panose="02020603050405020304"/>
              </a:rPr>
              <a:t>hᵏ⁺¹ᵘ = σ(∑(Wᵣ·hᵏᵥ + bᵣ) + W₀·hᵏᵘ)</a:t>
            </a:r>
            <a:endParaRPr lang="en-US" i="1">
              <a:ln/>
              <a:solidFill>
                <a:schemeClr val="tx1"/>
              </a:solidFill>
              <a:effectLst>
                <a:outerShdw blurRad="38100" dist="19050" dir="2700000" algn="tl" rotWithShape="0">
                  <a:schemeClr val="dk1">
                    <a:alpha val="40000"/>
                  </a:schemeClr>
                </a:outerShdw>
              </a:effectLst>
              <a:latin typeface="Times New Roman" panose="02020603050405020304"/>
              <a:ea typeface="Times New Roman" panose="02020603050405020304"/>
              <a:cs typeface="Times New Roman" panose="02020603050405020304"/>
              <a:sym typeface="Times New Roman" panose="02020603050405020304"/>
            </a:endParaRPr>
          </a:p>
          <a:p>
            <a:pPr marL="0" indent="0">
              <a:buNone/>
            </a:pPr>
            <a:endParaRPr lang="en-US" altLang="en-US" i="1">
              <a:ln/>
              <a:solidFill>
                <a:schemeClr val="tx1"/>
              </a:solidFill>
              <a:effectLst>
                <a:outerShdw blurRad="38100" dist="19050" dir="2700000" algn="tl" rotWithShape="0">
                  <a:schemeClr val="dk1">
                    <a:alpha val="40000"/>
                  </a:schemeClr>
                </a:outerShdw>
              </a:effectLst>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图卷积神经网络</a:t>
            </a:r>
            <a:r>
              <a:rPr lang="en-US" altLang="zh-CN"/>
              <a:t>GCN</a:t>
            </a:r>
            <a:endParaRPr lang="en-US" altLang="zh-CN"/>
          </a:p>
        </p:txBody>
      </p:sp>
      <p:sp>
        <p:nvSpPr>
          <p:cNvPr id="3" name="内容占位符 2"/>
          <p:cNvSpPr>
            <a:spLocks noGrp="1"/>
          </p:cNvSpPr>
          <p:nvPr>
            <p:ph idx="1"/>
          </p:nvPr>
        </p:nvSpPr>
        <p:spPr/>
        <p:txBody>
          <a:bodyPr/>
          <a:p>
            <a:r>
              <a:rPr lang="en-US" b="1">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核心贡献：</a:t>
            </a:r>
            <a:r>
              <a:rPr lang="en-US">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将谱域卷积简化为空间域局部聚合，建立了深度学习在图结构上的基础范式。</a:t>
            </a:r>
            <a:endParaRPr lang="en-US">
              <a:ln/>
              <a:solidFill>
                <a:schemeClr val="tx1"/>
              </a:solidFill>
              <a:effectLst>
                <a:outerShdw blurRad="38100" dist="19050" dir="2700000" algn="tl" rotWithShape="0">
                  <a:schemeClr val="dk1">
                    <a:alpha val="40000"/>
                  </a:schemeClr>
                </a:outerShdw>
              </a:effectLst>
            </a:endParaRPr>
          </a:p>
          <a:p>
            <a:r>
              <a:rPr lang="en-US" b="1">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局限：</a:t>
            </a:r>
            <a:r>
              <a:rPr lang="en-US">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仅适用于无向图，且默认邻居节点同等重要，忽略边类型。</a:t>
            </a:r>
            <a:endParaRPr lang="en-US">
              <a:ln/>
              <a:solidFill>
                <a:schemeClr val="tx1"/>
              </a:solidFill>
              <a:effectLst>
                <a:outerShdw blurRad="38100" dist="19050" dir="2700000" algn="tl" rotWithShape="0">
                  <a:schemeClr val="dk1">
                    <a:alpha val="40000"/>
                  </a:schemeClr>
                </a:outerShdw>
              </a:effectLst>
            </a:endParaRPr>
          </a:p>
          <a:p>
            <a:pPr marL="0" indent="0">
              <a:buNone/>
            </a:pPr>
            <a:endParaRPr lang="en-US" altLang="en-US">
              <a:ln/>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b="1">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关系感知GNN：关系图卷积网络(RGCN)</a:t>
            </a:r>
            <a:endParaRPr lang="en-US" altLang="en-US" b="1">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内容占位符 2"/>
          <p:cNvSpPr>
            <a:spLocks noGrp="1"/>
          </p:cNvSpPr>
          <p:nvPr>
            <p:ph idx="1"/>
          </p:nvPr>
        </p:nvSpPr>
        <p:spPr/>
        <p:txBody>
          <a:bodyPr/>
          <a:p>
            <a:r>
              <a:rPr lang="en-US">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在处理知识图谱等多关系图数据时，传统GCN难以区分不同关系的影响。RGCN通过引入关系特定的变换和参数共享机制，有效解决了这一问题，成为处理异构图数据的经典模型。</a:t>
            </a:r>
            <a:endParaRPr lang="en-US">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lvl="1"/>
            <a:r>
              <a:rPr lang="en-US">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为每种关系类型 r 分配独立的权重矩阵 Wᵣ，精准建模不同关系对节点特征的影响。</a:t>
            </a:r>
            <a:endParaRPr lang="en-US">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lvl="1"/>
            <a:r>
              <a:rPr lang="en-US">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通过基分解 (Basis Decomposition) 或块分解减少参数量，防止模型过拟合。</a:t>
            </a:r>
            <a:endParaRPr lang="en-US">
              <a:ln/>
              <a:solidFill>
                <a:schemeClr val="tx1"/>
              </a:solidFill>
              <a:effectLst>
                <a:outerShdw blurRad="38100" dist="19050" dir="2700000" algn="tl" rotWithShape="0">
                  <a:schemeClr val="dk1">
                    <a:alpha val="40000"/>
                  </a:schemeClr>
                </a:outerShdw>
              </a:effectLst>
            </a:endParaRPr>
          </a:p>
          <a:p>
            <a:pPr lvl="1"/>
            <a:r>
              <a:rPr lang="en-US">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显式添加自环边和反向关系边，增强模型对有向图结构的表达能力。</a:t>
            </a:r>
            <a:endParaRPr lang="en-US">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lvl="1"/>
            <a:endParaRPr lang="en-US">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457200" lvl="1" indent="0">
              <a:buNone/>
            </a:pPr>
            <a:r>
              <a:rPr lang="en-US">
                <a:ln/>
                <a:solidFill>
                  <a:schemeClr val="tx1"/>
                </a:solidFill>
                <a:effectLst>
                  <a:outerShdw blurRad="38100" dist="19050" dir="2700000" algn="tl" rotWithShape="0">
                    <a:schemeClr val="dk1">
                      <a:alpha val="40000"/>
                    </a:schemeClr>
                  </a:outerShdw>
                </a:effectLst>
                <a:latin typeface="Source Code Pro"/>
                <a:ea typeface="Source Code Pro"/>
                <a:cs typeface="Source Code Pro"/>
                <a:sym typeface="Source Code Pro"/>
              </a:rPr>
              <a:t>RGCNBasisLayer</a:t>
            </a:r>
            <a:r>
              <a:rPr lang="en-US">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(基分解) /</a:t>
            </a:r>
            <a:r>
              <a:rPr lang="en-US">
                <a:ln/>
                <a:solidFill>
                  <a:schemeClr val="tx1"/>
                </a:solidFill>
                <a:effectLst>
                  <a:outerShdw blurRad="38100" dist="19050" dir="2700000" algn="tl" rotWithShape="0">
                    <a:schemeClr val="dk1">
                      <a:alpha val="40000"/>
                    </a:schemeClr>
                  </a:outerShdw>
                </a:effectLst>
                <a:latin typeface="Source Code Pro"/>
                <a:ea typeface="Source Code Pro"/>
                <a:cs typeface="Source Code Pro"/>
                <a:sym typeface="Source Code Pro"/>
              </a:rPr>
              <a:t>RGCNBlockLayer</a:t>
            </a:r>
            <a:r>
              <a:rPr lang="en-US">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(块分解) /</a:t>
            </a:r>
            <a:r>
              <a:rPr lang="en-US">
                <a:ln/>
                <a:solidFill>
                  <a:schemeClr val="tx1"/>
                </a:solidFill>
                <a:effectLst>
                  <a:outerShdw blurRad="38100" dist="19050" dir="2700000" algn="tl" rotWithShape="0">
                    <a:schemeClr val="dk1">
                      <a:alpha val="40000"/>
                    </a:schemeClr>
                  </a:outerShdw>
                </a:effectLst>
                <a:latin typeface="Source Code Pro"/>
                <a:ea typeface="Source Code Pro"/>
                <a:cs typeface="Source Code Pro"/>
                <a:sym typeface="Source Code Pro"/>
              </a:rPr>
              <a:t>UnionRGCNLayer</a:t>
            </a:r>
            <a:endParaRPr lang="en-US">
              <a:ln/>
              <a:solidFill>
                <a:schemeClr val="tx1"/>
              </a:solidFill>
              <a:effectLst>
                <a:outerShdw blurRad="38100" dist="19050" dir="2700000" algn="tl" rotWithShape="0">
                  <a:schemeClr val="dk1">
                    <a:alpha val="40000"/>
                  </a:schemeClr>
                </a:outerShdw>
              </a:effectLst>
            </a:endParaRPr>
          </a:p>
          <a:p>
            <a:pPr lvl="1"/>
            <a:endParaRPr lang="en-US">
              <a:ln/>
              <a:solidFill>
                <a:schemeClr val="tx1"/>
              </a:solidFill>
              <a:effectLst>
                <a:outerShdw blurRad="38100" dist="19050" dir="2700000" algn="tl" rotWithShape="0">
                  <a:schemeClr val="dk1">
                    <a:alpha val="40000"/>
                  </a:schemeClr>
                </a:outerShdw>
              </a:effectLst>
            </a:endParaRPr>
          </a:p>
          <a:p>
            <a:pPr lvl="1"/>
            <a:endParaRPr lang="en-US" altLang="en-US">
              <a:ln/>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508000"/>
            <a:ext cx="6032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数据准备与模型训练阶段</a:t>
            </a:r>
            <a:endParaRPr lang="en-US" sz="3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1016000" y="17145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数据准备阶段 (Data Preparation)</a:t>
            </a:r>
            <a:endParaRPr 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1460500" y="2222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数据集加载：</a:t>
            </a:r>
            <a:r>
              <a:rPr lang="en-US" sz="16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 RGCNLinkDataset 加载图谱</a:t>
            </a:r>
            <a:endParaRPr lang="en-US" sz="16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1460500" y="2857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图构建：</a:t>
            </a:r>
            <a:r>
              <a:rPr lang="en-US" sz="16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 build_sub_graph 构建子图结构</a:t>
            </a:r>
            <a:endParaRPr lang="en-US" sz="16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1460500" y="3492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答案预处理：</a:t>
            </a:r>
            <a:r>
              <a:rPr lang="en-US" sz="16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load_all_answers 加载真实标签</a:t>
            </a:r>
            <a:endParaRPr lang="en-US" sz="16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858000" y="17145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模型训练阶段 (Model Training)</a:t>
            </a:r>
            <a:endParaRPr 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7302500" y="2222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模型初始化：</a:t>
            </a:r>
            <a:r>
              <a:rPr lang="en-US" sz="16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实例化 BaseRGCN 基础模型</a:t>
            </a:r>
            <a:endParaRPr lang="en-US" sz="16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7302500" y="2857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前向传播：</a:t>
            </a:r>
            <a:r>
              <a:rPr lang="en-US" sz="16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逐层执行 RGCN 卷积计算节点嵌入</a:t>
            </a:r>
            <a:endParaRPr lang="en-US" sz="16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7302500" y="3492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损失计算：</a:t>
            </a:r>
            <a:r>
              <a:rPr lang="en-US" sz="16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采用负采样损失优化模型参数</a:t>
            </a:r>
            <a:endParaRPr lang="en-US" sz="16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762000" y="5651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通过标准化的数据处理与严谨的模型训练流程，确保图谱推理任务的高效执行与精度提升。</a:t>
            </a:r>
            <a:endParaRPr lang="en-US" sz="1100"/>
          </a:p>
        </p:txBody>
      </p:sp>
      <p:cxnSp>
        <p:nvCxnSpPr>
          <p:cNvPr id="25" name="直接箭头连接符 24"/>
          <p:cNvCxnSpPr/>
          <p:nvPr/>
        </p:nvCxnSpPr>
        <p:spPr>
          <a:xfrm>
            <a:off x="5495290" y="2800985"/>
            <a:ext cx="102552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508000"/>
            <a:ext cx="304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模型评估阶段</a:t>
            </a:r>
            <a:endParaRPr lang="en-US" sz="3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custDataLst>
              <p:tags r:id="rId1"/>
            </p:custDataLst>
          </p:nvPr>
        </p:nvSpPr>
        <p:spPr>
          <a:xfrm>
            <a:off x="762000" y="1651000"/>
            <a:ext cx="2476500" cy="2794000"/>
          </a:xfrm>
          <a:prstGeom prst="roundRect">
            <a:avLst>
              <a:gd name="adj" fmla="val 5128"/>
            </a:avLst>
          </a:prstGeom>
          <a:solidFill>
            <a:srgbClr val="FFFFFF">
              <a:alpha val="5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7" name="AutoShape 7"/>
          <p:cNvSpPr/>
          <p:nvPr>
            <p:custDataLst>
              <p:tags r:id="rId2"/>
            </p:custDataLst>
          </p:nvPr>
        </p:nvSpPr>
        <p:spPr>
          <a:xfrm>
            <a:off x="889000" y="2540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预测分数计算</a:t>
            </a:r>
            <a:endPar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3"/>
            </p:custDataLst>
          </p:nvPr>
        </p:nvSpPr>
        <p:spPr>
          <a:xfrm>
            <a:off x="889000" y="3048000"/>
            <a:ext cx="2222500" cy="1016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模型输出所有实体的预测分数矩阵，为后续评估提供数据基础。</a:t>
            </a:r>
            <a:endParaRPr 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4"/>
            </p:custDataLst>
          </p:nvPr>
        </p:nvSpPr>
        <p:spPr>
          <a:xfrm>
            <a:off x="3492500" y="1651000"/>
            <a:ext cx="2476500" cy="2794000"/>
          </a:xfrm>
          <a:prstGeom prst="roundRect">
            <a:avLst>
              <a:gd name="adj" fmla="val 5128"/>
            </a:avLst>
          </a:prstGeom>
          <a:solidFill>
            <a:srgbClr val="FFFFFF">
              <a:alpha val="5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11" name="AutoShape 11"/>
          <p:cNvSpPr/>
          <p:nvPr>
            <p:custDataLst>
              <p:tags r:id="rId5"/>
            </p:custDataLst>
          </p:nvPr>
        </p:nvSpPr>
        <p:spPr>
          <a:xfrm>
            <a:off x="3619500" y="2540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答案过滤</a:t>
            </a:r>
            <a:endPar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6"/>
            </p:custDataLst>
          </p:nvPr>
        </p:nvSpPr>
        <p:spPr>
          <a:xfrm>
            <a:off x="3619500" y="3048000"/>
            <a:ext cx="2222500" cy="1016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 filter_score() 屏蔽已知真实答案，避免高估模型实际性能。</a:t>
            </a:r>
            <a:endParaRPr 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7"/>
            </p:custDataLst>
          </p:nvPr>
        </p:nvSpPr>
        <p:spPr>
          <a:xfrm>
            <a:off x="6223000" y="1651000"/>
            <a:ext cx="2476500" cy="2794000"/>
          </a:xfrm>
          <a:prstGeom prst="roundRect">
            <a:avLst>
              <a:gd name="adj" fmla="val 5128"/>
            </a:avLst>
          </a:prstGeom>
          <a:solidFill>
            <a:srgbClr val="FFFFFF">
              <a:alpha val="5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15" name="AutoShape 15"/>
          <p:cNvSpPr/>
          <p:nvPr>
            <p:custDataLst>
              <p:tags r:id="rId8"/>
            </p:custDataLst>
          </p:nvPr>
        </p:nvSpPr>
        <p:spPr>
          <a:xfrm>
            <a:off x="6350000" y="2540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排名计算</a:t>
            </a:r>
            <a:endPar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9"/>
            </p:custDataLst>
          </p:nvPr>
        </p:nvSpPr>
        <p:spPr>
          <a:xfrm>
            <a:off x="6350000" y="3048000"/>
            <a:ext cx="2222500" cy="1016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 sort_and_rank() 对分数排序，精确计算真实答案在预测结果中的排名。</a:t>
            </a:r>
            <a:endParaRPr 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0"/>
            </p:custDataLst>
          </p:nvPr>
        </p:nvSpPr>
        <p:spPr>
          <a:xfrm>
            <a:off x="8953500" y="1651000"/>
            <a:ext cx="2476500" cy="2794000"/>
          </a:xfrm>
          <a:prstGeom prst="roundRect">
            <a:avLst>
              <a:gd name="adj" fmla="val 5128"/>
            </a:avLst>
          </a:prstGeom>
          <a:solidFill>
            <a:srgbClr val="FFFFFF">
              <a:alpha val="5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19" name="AutoShape 19"/>
          <p:cNvSpPr/>
          <p:nvPr>
            <p:custDataLst>
              <p:tags r:id="rId11"/>
            </p:custDataLst>
          </p:nvPr>
        </p:nvSpPr>
        <p:spPr>
          <a:xfrm>
            <a:off x="9080500" y="2540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指标统计</a:t>
            </a:r>
            <a:endPar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custDataLst>
              <p:tags r:id="rId12"/>
            </p:custDataLst>
          </p:nvPr>
        </p:nvSpPr>
        <p:spPr>
          <a:xfrm>
            <a:off x="9080500" y="3048000"/>
            <a:ext cx="2222500" cy="1016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 stat_ranks() 输出 MRR、Hits@k 等关键指标，完成模型性能评估。</a:t>
            </a:r>
            <a:endParaRPr 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508000"/>
            <a:ext cx="40640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知识图谱领域应用</a:t>
            </a:r>
            <a:endParaRPr lang="en-US" sz="3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1651000" y="16510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链接预测 (Link Prediction)</a:t>
            </a:r>
            <a:endParaRPr lang="en-US" sz="2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1651000" y="2095500"/>
            <a:ext cx="952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核心任务：预测知识图谱中缺失的三元组 (h, r, t)，是 RGCN 的关键应用场景。</a:t>
            </a:r>
            <a:endParaRPr lang="en-US" sz="16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1651000" y="24765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chemeClr val="tx1">
                    <a:alpha val="7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评估指标：</a:t>
            </a:r>
            <a:r>
              <a:rPr 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MRR (平均倒数排名)、Hits@1 / Hits@3 / Hits@10</a:t>
            </a:r>
            <a:endParaRPr lang="en-US" sz="1100">
              <a:solidFill>
                <a:schemeClr val="tx1"/>
              </a:solidFill>
            </a:endParaRPr>
          </a:p>
          <a:p>
            <a:pPr indent="0" algn="l">
              <a:lnSpc>
                <a:spcPct val="100000"/>
              </a:lnSpc>
            </a:pPr>
            <a:r>
              <a:rPr lang="en-US" sz="1400" b="0" i="0" u="none" strike="noStrike">
                <a:solidFill>
                  <a:schemeClr val="tx1">
                    <a:alpha val="7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代码对应：</a:t>
            </a:r>
            <a:r>
              <a:rPr lang="en-US" sz="1400" b="0" i="0" u="none" strike="noStrike">
                <a:solidFill>
                  <a:schemeClr val="tx1"/>
                </a:solidFill>
                <a:latin typeface="Consolas" panose="020B0609020204030204"/>
                <a:ea typeface="Consolas" panose="020B0609020204030204"/>
                <a:cs typeface="Consolas" panose="020B0609020204030204"/>
                <a:sym typeface="Consolas" panose="020B0609020204030204"/>
              </a:rPr>
              <a:t>get_total_rank(), filter_score()</a:t>
            </a:r>
            <a:endParaRPr lang="en-US" sz="1400" b="0" i="0" u="none" strike="noStrike">
              <a:solidFill>
                <a:schemeClr val="tx1"/>
              </a:solidFill>
              <a:latin typeface="Consolas" panose="020B0609020204030204"/>
              <a:ea typeface="Consolas" panose="020B0609020204030204"/>
              <a:cs typeface="Consolas" panose="020B0609020204030204"/>
              <a:sym typeface="Consolas" panose="020B0609020204030204"/>
            </a:endParaRPr>
          </a:p>
        </p:txBody>
      </p:sp>
      <p:sp>
        <p:nvSpPr>
          <p:cNvPr id="10" name="AutoShape 10"/>
          <p:cNvSpPr/>
          <p:nvPr>
            <p:custDataLst>
              <p:tags r:id="rId1"/>
            </p:custDataLst>
          </p:nvPr>
        </p:nvSpPr>
        <p:spPr>
          <a:xfrm>
            <a:off x="762000" y="3683000"/>
            <a:ext cx="5207000" cy="1651000"/>
          </a:xfrm>
          <a:prstGeom prst="roundRect">
            <a:avLst>
              <a:gd name="adj" fmla="val 7692"/>
            </a:avLst>
          </a:prstGeom>
          <a:solidFill>
            <a:srgbClr val="FFFFFF">
              <a:alpha val="5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12" name="AutoShape 12"/>
          <p:cNvSpPr/>
          <p:nvPr>
            <p:custDataLst>
              <p:tags r:id="rId2"/>
            </p:custDataLst>
          </p:nvPr>
        </p:nvSpPr>
        <p:spPr>
          <a:xfrm>
            <a:off x="1524000" y="3937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实体分类</a:t>
            </a:r>
            <a:endParaRPr 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3"/>
            </p:custDataLst>
          </p:nvPr>
        </p:nvSpPr>
        <p:spPr>
          <a:xfrm>
            <a:off x="1016000" y="44450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对图谱中的实体进行类型预判与归类。例如：识别“姚明”的实体类型为“运动员”。</a:t>
            </a:r>
            <a:endParaRPr lang="en-US" sz="15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4"/>
            </p:custDataLst>
          </p:nvPr>
        </p:nvSpPr>
        <p:spPr>
          <a:xfrm>
            <a:off x="6223000" y="3683000"/>
            <a:ext cx="5207000" cy="1651000"/>
          </a:xfrm>
          <a:prstGeom prst="roundRect">
            <a:avLst>
              <a:gd name="adj" fmla="val 7692"/>
            </a:avLst>
          </a:prstGeom>
          <a:solidFill>
            <a:srgbClr val="FFFFFF">
              <a:alpha val="5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16" name="AutoShape 16"/>
          <p:cNvSpPr/>
          <p:nvPr>
            <p:custDataLst>
              <p:tags r:id="rId5"/>
            </p:custDataLst>
          </p:nvPr>
        </p:nvSpPr>
        <p:spPr>
          <a:xfrm>
            <a:off x="6985000" y="3937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关系抽取</a:t>
            </a:r>
            <a:endParaRPr 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6"/>
            </p:custDataLst>
          </p:nvPr>
        </p:nvSpPr>
        <p:spPr>
          <a:xfrm>
            <a:off x="6477000" y="44450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从非结构化文本中自动提取实体间的语义关系，用于构建或补全知识图谱网络。</a:t>
            </a:r>
            <a:endParaRPr lang="en-US" sz="15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220,&quot;left&quot;:60,&quot;top&quot;:130,&quot;width&quot;:840}"/>
</p:tagLst>
</file>

<file path=ppt/tags/tag2.xml><?xml version="1.0" encoding="utf-8"?>
<p:tagLst xmlns:p="http://schemas.openxmlformats.org/presentationml/2006/main">
  <p:tag name="KSO_WM_DIAGRAM_VIRTUALLY_FRAME" val="{&quot;height&quot;:220,&quot;left&quot;:60,&quot;top&quot;:130,&quot;width&quot;:840}"/>
</p:tagLst>
</file>

<file path=ppt/tags/tag3.xml><?xml version="1.0" encoding="utf-8"?>
<p:tagLst xmlns:p="http://schemas.openxmlformats.org/presentationml/2006/main">
  <p:tag name="KSO_WM_DIAGRAM_VIRTUALLY_FRAME" val="{&quot;height&quot;:220,&quot;left&quot;:60,&quot;top&quot;:130,&quot;width&quot;:840}"/>
</p:tagLst>
</file>

<file path=ppt/tags/tag4.xml><?xml version="1.0" encoding="utf-8"?>
<p:tagLst xmlns:p="http://schemas.openxmlformats.org/presentationml/2006/main">
  <p:tag name="KSO_WM_DIAGRAM_VIRTUALLY_FRAME" val="{&quot;height&quot;:220,&quot;left&quot;:60,&quot;top&quot;:130,&quot;width&quot;:840}"/>
</p:tagLst>
</file>

<file path=ppt/tags/tag5.xml><?xml version="1.0" encoding="utf-8"?>
<p:tagLst xmlns:p="http://schemas.openxmlformats.org/presentationml/2006/main">
  <p:tag name="KSO_WM_DIAGRAM_VIRTUALLY_FRAME" val="{&quot;height&quot;:220,&quot;left&quot;:60,&quot;top&quot;:130,&quot;width&quot;:840}"/>
</p:tagLst>
</file>

<file path=ppt/tags/tag6.xml><?xml version="1.0" encoding="utf-8"?>
<p:tagLst xmlns:p="http://schemas.openxmlformats.org/presentationml/2006/main">
  <p:tag name="KSO_WM_DIAGRAM_VIRTUALLY_FRAME" val="{&quot;height&quot;:220,&quot;left&quot;:60,&quot;top&quot;:130,&quot;width&quot;:840}"/>
</p:tagLst>
</file>

<file path=ppt/tags/tag7.xml><?xml version="1.0" encoding="utf-8"?>
<p:tagLst xmlns:p="http://schemas.openxmlformats.org/presentationml/2006/main">
  <p:tag name="KSO_WM_DIAGRAM_VIRTUALLY_FRAME" val="{&quot;height&quot;:220,&quot;left&quot;:60,&quot;top&quot;:130,&quot;width&quot;:840}"/>
</p:tagLst>
</file>

<file path=ppt/tags/tag8.xml><?xml version="1.0" encoding="utf-8"?>
<p:tagLst xmlns:p="http://schemas.openxmlformats.org/presentationml/2006/main">
  <p:tag name="KSO_WM_DIAGRAM_VIRTUALLY_FRAME" val="{&quot;height&quot;:220,&quot;left&quot;:60,&quot;top&quot;:130,&quot;width&quot;:840}"/>
</p:tagLst>
</file>

<file path=ppt/tags/tag9.xml><?xml version="1.0" encoding="utf-8"?>
<p:tagLst xmlns:p="http://schemas.openxmlformats.org/presentationml/2006/main">
  <p:tag name="KSO_WM_DIAGRAM_VIRTUALLY_FRAME" val="{&quot;height&quot;:220,&quot;left&quot;:60,&quot;top&quot;:130,&quot;width&quot;:840}"/>
</p:tagLst>
</file>

<file path=ppt/tags/tag10.xml><?xml version="1.0" encoding="utf-8"?>
<p:tagLst xmlns:p="http://schemas.openxmlformats.org/presentationml/2006/main">
  <p:tag name="KSO_WM_DIAGRAM_VIRTUALLY_FRAME" val="{&quot;height&quot;:220,&quot;left&quot;:60,&quot;top&quot;:130,&quot;width&quot;:840}"/>
</p:tagLst>
</file>

<file path=ppt/tags/tag11.xml><?xml version="1.0" encoding="utf-8"?>
<p:tagLst xmlns:p="http://schemas.openxmlformats.org/presentationml/2006/main">
  <p:tag name="KSO_WM_DIAGRAM_VIRTUALLY_FRAME" val="{&quot;height&quot;:220,&quot;left&quot;:60,&quot;top&quot;:130,&quot;width&quot;:840}"/>
</p:tagLst>
</file>

<file path=ppt/tags/tag12.xml><?xml version="1.0" encoding="utf-8"?>
<p:tagLst xmlns:p="http://schemas.openxmlformats.org/presentationml/2006/main">
  <p:tag name="KSO_WM_DIAGRAM_VIRTUALLY_FRAME" val="{&quot;height&quot;:220,&quot;left&quot;:60,&quot;top&quot;:130,&quot;width&quot;:840}"/>
</p:tagLst>
</file>

<file path=ppt/tags/tag13.xml><?xml version="1.0" encoding="utf-8"?>
<p:tagLst xmlns:p="http://schemas.openxmlformats.org/presentationml/2006/main">
  <p:tag name="KSO_WM_DIAGRAM_VIRTUALLY_FRAME" val="{&quot;height&quot;:130,&quot;left&quot;:60,&quot;top&quot;:290,&quot;width&quot;:840}"/>
</p:tagLst>
</file>

<file path=ppt/tags/tag14.xml><?xml version="1.0" encoding="utf-8"?>
<p:tagLst xmlns:p="http://schemas.openxmlformats.org/presentationml/2006/main">
  <p:tag name="KSO_WM_DIAGRAM_VIRTUALLY_FRAME" val="{&quot;height&quot;:130,&quot;left&quot;:60,&quot;top&quot;:290,&quot;width&quot;:840}"/>
</p:tagLst>
</file>

<file path=ppt/tags/tag15.xml><?xml version="1.0" encoding="utf-8"?>
<p:tagLst xmlns:p="http://schemas.openxmlformats.org/presentationml/2006/main">
  <p:tag name="KSO_WM_DIAGRAM_VIRTUALLY_FRAME" val="{&quot;height&quot;:130,&quot;left&quot;:60,&quot;top&quot;:290,&quot;width&quot;:840}"/>
</p:tagLst>
</file>

<file path=ppt/tags/tag16.xml><?xml version="1.0" encoding="utf-8"?>
<p:tagLst xmlns:p="http://schemas.openxmlformats.org/presentationml/2006/main">
  <p:tag name="KSO_WM_DIAGRAM_VIRTUALLY_FRAME" val="{&quot;height&quot;:130,&quot;left&quot;:60,&quot;top&quot;:290,&quot;width&quot;:840}"/>
</p:tagLst>
</file>

<file path=ppt/tags/tag17.xml><?xml version="1.0" encoding="utf-8"?>
<p:tagLst xmlns:p="http://schemas.openxmlformats.org/presentationml/2006/main">
  <p:tag name="KSO_WM_DIAGRAM_VIRTUALLY_FRAME" val="{&quot;height&quot;:130,&quot;left&quot;:60,&quot;top&quot;:290,&quot;width&quot;:840}"/>
</p:tagLst>
</file>

<file path=ppt/tags/tag18.xml><?xml version="1.0" encoding="utf-8"?>
<p:tagLst xmlns:p="http://schemas.openxmlformats.org/presentationml/2006/main">
  <p:tag name="KSO_WM_DIAGRAM_VIRTUALLY_FRAME" val="{&quot;height&quot;:130,&quot;left&quot;:60,&quot;top&quot;:290,&quot;width&quot;:84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7852</Words>
  <Application>WPS 演示</Application>
  <PresentationFormat>宽屏</PresentationFormat>
  <Paragraphs>410</Paragraphs>
  <Slides>39</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39</vt:i4>
      </vt:variant>
    </vt:vector>
  </HeadingPairs>
  <TitlesOfParts>
    <vt:vector size="55" baseType="lpstr">
      <vt:lpstr>Arial</vt:lpstr>
      <vt:lpstr>宋体</vt:lpstr>
      <vt:lpstr>Wingdings</vt:lpstr>
      <vt:lpstr>Cambria Math</vt:lpstr>
      <vt:lpstr>MS Mincho</vt:lpstr>
      <vt:lpstr>Segoe Print</vt:lpstr>
      <vt:lpstr>Calibri</vt:lpstr>
      <vt:lpstr>微软雅黑</vt:lpstr>
      <vt:lpstr>Arial Unicode MS</vt:lpstr>
      <vt:lpstr>Ms.Luce</vt:lpstr>
      <vt:lpstr>BatangChe</vt:lpstr>
      <vt:lpstr>Times New Roman</vt:lpstr>
      <vt:lpstr>Noto Sans SC</vt:lpstr>
      <vt:lpstr>Source Code Pro</vt:lpstr>
      <vt:lpstr>Consolas</vt:lpstr>
      <vt:lpstr>WPS</vt:lpstr>
      <vt:lpstr>RE-GCN</vt:lpstr>
      <vt:lpstr>研究背景、问题定义</vt:lpstr>
      <vt:lpstr>RE-GCN创新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实验设计与结果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ty mu</dc:creator>
  <cp:lastModifiedBy>小穆</cp:lastModifiedBy>
  <cp:revision>12</cp:revision>
  <dcterms:created xsi:type="dcterms:W3CDTF">2023-08-09T12:44:00Z</dcterms:created>
  <dcterms:modified xsi:type="dcterms:W3CDTF">2026-03-25T14:18:20Z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321541A9DA65421B8918EB82D639D353_12</vt:lpwstr>
  </property>
</Properties>
</file>